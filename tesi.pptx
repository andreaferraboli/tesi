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58" r:id="rId4"/>
    <p:sldId id="26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AFADBA-94DC-4258-8C31-B7078D6D18AA}" v="277" dt="2025-07-07T14:27:23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Ferraboli" userId="c232d98349af6f42" providerId="LiveId" clId="{95AFADBA-94DC-4258-8C31-B7078D6D18AA}"/>
    <pc:docChg chg="undo custSel addSld delSld modSld sldOrd modMainMaster">
      <pc:chgData name="Andrea Ferraboli" userId="c232d98349af6f42" providerId="LiveId" clId="{95AFADBA-94DC-4258-8C31-B7078D6D18AA}" dt="2025-07-07T15:09:41.011" v="809" actId="207"/>
      <pc:docMkLst>
        <pc:docMk/>
      </pc:docMkLst>
      <pc:sldChg chg="modSp add mod setBg">
        <pc:chgData name="Andrea Ferraboli" userId="c232d98349af6f42" providerId="LiveId" clId="{95AFADBA-94DC-4258-8C31-B7078D6D18AA}" dt="2025-07-07T14:10:43.188" v="402"/>
        <pc:sldMkLst>
          <pc:docMk/>
          <pc:sldMk cId="1021979992" sldId="257"/>
        </pc:sldMkLst>
        <pc:spChg chg="mod">
          <ac:chgData name="Andrea Ferraboli" userId="c232d98349af6f42" providerId="LiveId" clId="{95AFADBA-94DC-4258-8C31-B7078D6D18AA}" dt="2025-07-07T14:00:49.695" v="263" actId="2711"/>
          <ac:spMkLst>
            <pc:docMk/>
            <pc:sldMk cId="1021979992" sldId="257"/>
            <ac:spMk id="4" creationId="{2FE9D56F-B2CE-F56B-8826-F1557F288D24}"/>
          </ac:spMkLst>
        </pc:spChg>
        <pc:spChg chg="mod">
          <ac:chgData name="Andrea Ferraboli" userId="c232d98349af6f42" providerId="LiveId" clId="{95AFADBA-94DC-4258-8C31-B7078D6D18AA}" dt="2025-07-07T14:00:49.695" v="263" actId="2711"/>
          <ac:spMkLst>
            <pc:docMk/>
            <pc:sldMk cId="1021979992" sldId="257"/>
            <ac:spMk id="5" creationId="{E2EEC011-DD59-7F6C-5D4E-38FE8C5A6733}"/>
          </ac:spMkLst>
        </pc:spChg>
        <pc:spChg chg="mod">
          <ac:chgData name="Andrea Ferraboli" userId="c232d98349af6f42" providerId="LiveId" clId="{95AFADBA-94DC-4258-8C31-B7078D6D18AA}" dt="2025-07-07T14:00:49.695" v="263" actId="2711"/>
          <ac:spMkLst>
            <pc:docMk/>
            <pc:sldMk cId="1021979992" sldId="257"/>
            <ac:spMk id="8" creationId="{F348C766-DEC6-FC17-A1AE-E1160B573AE3}"/>
          </ac:spMkLst>
        </pc:spChg>
        <pc:spChg chg="mod">
          <ac:chgData name="Andrea Ferraboli" userId="c232d98349af6f42" providerId="LiveId" clId="{95AFADBA-94DC-4258-8C31-B7078D6D18AA}" dt="2025-07-07T14:00:49.695" v="263" actId="2711"/>
          <ac:spMkLst>
            <pc:docMk/>
            <pc:sldMk cId="1021979992" sldId="257"/>
            <ac:spMk id="9" creationId="{551B5696-5933-6F7D-617B-6D94EEA5F03C}"/>
          </ac:spMkLst>
        </pc:spChg>
      </pc:sldChg>
      <pc:sldChg chg="addSp delSp modSp add mod">
        <pc:chgData name="Andrea Ferraboli" userId="c232d98349af6f42" providerId="LiveId" clId="{95AFADBA-94DC-4258-8C31-B7078D6D18AA}" dt="2025-07-07T14:01:23.241" v="266" actId="114"/>
        <pc:sldMkLst>
          <pc:docMk/>
          <pc:sldMk cId="0" sldId="258"/>
        </pc:sldMkLst>
        <pc:spChg chg="del mod">
          <ac:chgData name="Andrea Ferraboli" userId="c232d98349af6f42" providerId="LiveId" clId="{95AFADBA-94DC-4258-8C31-B7078D6D18AA}" dt="2025-07-07T13:48:59.070" v="172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1:13.495" v="265" actId="2711"/>
          <ac:spMkLst>
            <pc:docMk/>
            <pc:sldMk cId="0" sldId="258"/>
            <ac:spMk id="5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1:13.495" v="265" actId="27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1:13.495" v="265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1:13.495" v="265" actId="2711"/>
          <ac:spMkLst>
            <pc:docMk/>
            <pc:sldMk cId="0" sldId="258"/>
            <ac:spMk id="9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1:13.495" v="265" actId="271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1:13.495" v="265" actId="2711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1:13.495" v="265" actId="2711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Andrea Ferraboli" userId="c232d98349af6f42" providerId="LiveId" clId="{95AFADBA-94DC-4258-8C31-B7078D6D18AA}" dt="2025-07-07T14:01:13.495" v="265" actId="2711"/>
          <ac:spMkLst>
            <pc:docMk/>
            <pc:sldMk cId="0" sldId="258"/>
            <ac:spMk id="14" creationId="{78AABCE4-25C9-4D88-794E-3C80D32F8684}"/>
          </ac:spMkLst>
        </pc:spChg>
        <pc:spChg chg="mod">
          <ac:chgData name="Andrea Ferraboli" userId="c232d98349af6f42" providerId="LiveId" clId="{95AFADBA-94DC-4258-8C31-B7078D6D18AA}" dt="2025-07-07T14:01:13.495" v="265" actId="2711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Andrea Ferraboli" userId="c232d98349af6f42" providerId="LiveId" clId="{95AFADBA-94DC-4258-8C31-B7078D6D18AA}" dt="2025-07-07T13:49:39.236" v="192" actId="478"/>
          <ac:spMkLst>
            <pc:docMk/>
            <pc:sldMk cId="0" sldId="258"/>
            <ac:spMk id="16" creationId="{00000000-0000-0000-0000-000000000000}"/>
          </ac:spMkLst>
        </pc:spChg>
        <pc:spChg chg="add mod">
          <ac:chgData name="Andrea Ferraboli" userId="c232d98349af6f42" providerId="LiveId" clId="{95AFADBA-94DC-4258-8C31-B7078D6D18AA}" dt="2025-07-07T14:01:23.241" v="266" actId="114"/>
          <ac:spMkLst>
            <pc:docMk/>
            <pc:sldMk cId="0" sldId="258"/>
            <ac:spMk id="17" creationId="{60E8B45F-1DAD-0856-D711-8279E474F969}"/>
          </ac:spMkLst>
        </pc:spChg>
      </pc:sldChg>
      <pc:sldChg chg="addSp delSp modSp add mod">
        <pc:chgData name="Andrea Ferraboli" userId="c232d98349af6f42" providerId="LiveId" clId="{95AFADBA-94DC-4258-8C31-B7078D6D18AA}" dt="2025-07-07T14:16:44.397" v="516"/>
        <pc:sldMkLst>
          <pc:docMk/>
          <pc:sldMk cId="0" sldId="259"/>
        </pc:sldMkLst>
        <pc:spChg chg="del">
          <ac:chgData name="Andrea Ferraboli" userId="c232d98349af6f42" providerId="LiveId" clId="{95AFADBA-94DC-4258-8C31-B7078D6D18AA}" dt="2025-07-07T13:38:40.810" v="1" actId="478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Andrea Ferraboli" userId="c232d98349af6f42" providerId="LiveId" clId="{95AFADBA-94DC-4258-8C31-B7078D6D18AA}" dt="2025-07-07T14:16:44.397" v="516"/>
          <ac:spMkLst>
            <pc:docMk/>
            <pc:sldMk cId="0" sldId="259"/>
            <ac:spMk id="3" creationId="{51D80423-E012-4DFC-A313-0150D99E83B7}"/>
          </ac:spMkLst>
        </pc:spChg>
        <pc:spChg chg="mod">
          <ac:chgData name="Andrea Ferraboli" userId="c232d98349af6f42" providerId="LiveId" clId="{95AFADBA-94DC-4258-8C31-B7078D6D18AA}" dt="2025-07-07T14:01:01.013" v="264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1:01.013" v="264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1:01.013" v="264" actId="2711"/>
          <ac:spMkLst>
            <pc:docMk/>
            <pc:sldMk cId="0" sldId="259"/>
            <ac:spMk id="6" creationId="{00000000-0000-0000-0000-000000000000}"/>
          </ac:spMkLst>
        </pc:spChg>
        <pc:spChg chg="add mod">
          <ac:chgData name="Andrea Ferraboli" userId="c232d98349af6f42" providerId="LiveId" clId="{95AFADBA-94DC-4258-8C31-B7078D6D18AA}" dt="2025-07-07T14:01:01.013" v="264" actId="2711"/>
          <ac:spMkLst>
            <pc:docMk/>
            <pc:sldMk cId="0" sldId="259"/>
            <ac:spMk id="8" creationId="{24503859-0D9C-3D70-3E3B-A62E816DDAF2}"/>
          </ac:spMkLst>
        </pc:spChg>
      </pc:sldChg>
      <pc:sldChg chg="addSp delSp modSp add del mod ord">
        <pc:chgData name="Andrea Ferraboli" userId="c232d98349af6f42" providerId="LiveId" clId="{95AFADBA-94DC-4258-8C31-B7078D6D18AA}" dt="2025-07-07T14:28:16.833" v="797" actId="1035"/>
        <pc:sldMkLst>
          <pc:docMk/>
          <pc:sldMk cId="0" sldId="260"/>
        </pc:sldMkLst>
        <pc:spChg chg="mod">
          <ac:chgData name="Andrea Ferraboli" userId="c232d98349af6f42" providerId="LiveId" clId="{95AFADBA-94DC-4258-8C31-B7078D6D18AA}" dt="2025-07-07T14:02:10.489" v="278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2:10.489" v="278" actId="2711"/>
          <ac:spMkLst>
            <pc:docMk/>
            <pc:sldMk cId="0" sldId="260"/>
            <ac:spMk id="4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22:06.236" v="651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22:11.602" v="652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21:49.701" v="647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21:46.443" v="646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22:01.971" v="650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21:59.128" v="649" actId="1076"/>
          <ac:spMkLst>
            <pc:docMk/>
            <pc:sldMk cId="0" sldId="260"/>
            <ac:spMk id="14" creationId="{00000000-0000-0000-0000-000000000000}"/>
          </ac:spMkLst>
        </pc:spChg>
        <pc:spChg chg="add mod">
          <ac:chgData name="Andrea Ferraboli" userId="c232d98349af6f42" providerId="LiveId" clId="{95AFADBA-94DC-4258-8C31-B7078D6D18AA}" dt="2025-07-07T14:16:53.890" v="517"/>
          <ac:spMkLst>
            <pc:docMk/>
            <pc:sldMk cId="0" sldId="260"/>
            <ac:spMk id="18" creationId="{19DEF453-54C7-AC7A-FA07-18A85F18E3AD}"/>
          </ac:spMkLst>
        </pc:spChg>
        <pc:grpChg chg="add del mod">
          <ac:chgData name="Andrea Ferraboli" userId="c232d98349af6f42" providerId="LiveId" clId="{95AFADBA-94DC-4258-8C31-B7078D6D18AA}" dt="2025-07-07T14:21:26.894" v="618" actId="165"/>
          <ac:grpSpMkLst>
            <pc:docMk/>
            <pc:sldMk cId="0" sldId="260"/>
            <ac:grpSpMk id="21" creationId="{6F135A04-CC25-58D0-D636-D3ED92BD85B1}"/>
          </ac:grpSpMkLst>
        </pc:grpChg>
        <pc:grpChg chg="add mod ord">
          <ac:chgData name="Andrea Ferraboli" userId="c232d98349af6f42" providerId="LiveId" clId="{95AFADBA-94DC-4258-8C31-B7078D6D18AA}" dt="2025-07-07T14:27:54.166" v="718" actId="1076"/>
          <ac:grpSpMkLst>
            <pc:docMk/>
            <pc:sldMk cId="0" sldId="260"/>
            <ac:grpSpMk id="29" creationId="{D190C646-DA35-BAD1-9698-C91ED46ED85E}"/>
          </ac:grpSpMkLst>
        </pc:grpChg>
        <pc:picChg chg="del">
          <ac:chgData name="Andrea Ferraboli" userId="c232d98349af6f42" providerId="LiveId" clId="{95AFADBA-94DC-4258-8C31-B7078D6D18AA}" dt="2025-07-07T14:19:41.637" v="556" actId="478"/>
          <ac:picMkLst>
            <pc:docMk/>
            <pc:sldMk cId="0" sldId="260"/>
            <ac:picMk id="7" creationId="{00000000-0000-0000-0000-000000000000}"/>
          </ac:picMkLst>
        </pc:picChg>
        <pc:picChg chg="del">
          <ac:chgData name="Andrea Ferraboli" userId="c232d98349af6f42" providerId="LiveId" clId="{95AFADBA-94DC-4258-8C31-B7078D6D18AA}" dt="2025-07-07T14:21:20.630" v="616" actId="478"/>
          <ac:picMkLst>
            <pc:docMk/>
            <pc:sldMk cId="0" sldId="260"/>
            <ac:picMk id="8" creationId="{00000000-0000-0000-0000-000000000000}"/>
          </ac:picMkLst>
        </pc:picChg>
        <pc:picChg chg="del">
          <ac:chgData name="Andrea Ferraboli" userId="c232d98349af6f42" providerId="LiveId" clId="{95AFADBA-94DC-4258-8C31-B7078D6D18AA}" dt="2025-07-07T14:19:32.741" v="554" actId="478"/>
          <ac:picMkLst>
            <pc:docMk/>
            <pc:sldMk cId="0" sldId="260"/>
            <ac:picMk id="11" creationId="{00000000-0000-0000-0000-000000000000}"/>
          </ac:picMkLst>
        </pc:picChg>
        <pc:picChg chg="del">
          <ac:chgData name="Andrea Ferraboli" userId="c232d98349af6f42" providerId="LiveId" clId="{95AFADBA-94DC-4258-8C31-B7078D6D18AA}" dt="2025-07-07T14:21:12.235" v="613" actId="478"/>
          <ac:picMkLst>
            <pc:docMk/>
            <pc:sldMk cId="0" sldId="260"/>
            <ac:picMk id="12" creationId="{00000000-0000-0000-0000-000000000000}"/>
          </ac:picMkLst>
        </pc:picChg>
        <pc:picChg chg="mod topLvl">
          <ac:chgData name="Andrea Ferraboli" userId="c232d98349af6f42" providerId="LiveId" clId="{95AFADBA-94DC-4258-8C31-B7078D6D18AA}" dt="2025-07-07T14:24:56.566" v="671" actId="164"/>
          <ac:picMkLst>
            <pc:docMk/>
            <pc:sldMk cId="0" sldId="260"/>
            <ac:picMk id="15" creationId="{00000000-0000-0000-0000-000000000000}"/>
          </ac:picMkLst>
        </pc:picChg>
        <pc:picChg chg="del">
          <ac:chgData name="Andrea Ferraboli" userId="c232d98349af6f42" providerId="LiveId" clId="{95AFADBA-94DC-4258-8C31-B7078D6D18AA}" dt="2025-07-07T14:21:08.284" v="612" actId="478"/>
          <ac:picMkLst>
            <pc:docMk/>
            <pc:sldMk cId="0" sldId="260"/>
            <ac:picMk id="16" creationId="{00000000-0000-0000-0000-000000000000}"/>
          </ac:picMkLst>
        </pc:picChg>
        <pc:picChg chg="add mod topLvl">
          <ac:chgData name="Andrea Ferraboli" userId="c232d98349af6f42" providerId="LiveId" clId="{95AFADBA-94DC-4258-8C31-B7078D6D18AA}" dt="2025-07-07T14:24:56.566" v="671" actId="164"/>
          <ac:picMkLst>
            <pc:docMk/>
            <pc:sldMk cId="0" sldId="260"/>
            <ac:picMk id="19" creationId="{B1215A51-ED0C-EFD2-D5F5-25E1CB066D56}"/>
          </ac:picMkLst>
        </pc:picChg>
        <pc:picChg chg="add mod topLvl">
          <ac:chgData name="Andrea Ferraboli" userId="c232d98349af6f42" providerId="LiveId" clId="{95AFADBA-94DC-4258-8C31-B7078D6D18AA}" dt="2025-07-07T14:24:56.566" v="671" actId="164"/>
          <ac:picMkLst>
            <pc:docMk/>
            <pc:sldMk cId="0" sldId="260"/>
            <ac:picMk id="20" creationId="{15B51B22-851E-13B6-F4A5-BC78E0986D5C}"/>
          </ac:picMkLst>
        </pc:picChg>
        <pc:picChg chg="add del mod">
          <ac:chgData name="Andrea Ferraboli" userId="c232d98349af6f42" providerId="LiveId" clId="{95AFADBA-94DC-4258-8C31-B7078D6D18AA}" dt="2025-07-07T14:22:55.056" v="654" actId="478"/>
          <ac:picMkLst>
            <pc:docMk/>
            <pc:sldMk cId="0" sldId="260"/>
            <ac:picMk id="23" creationId="{152B9DAD-E49A-C80D-B7F5-5C9F40B09F21}"/>
          </ac:picMkLst>
        </pc:picChg>
        <pc:picChg chg="add mod">
          <ac:chgData name="Andrea Ferraboli" userId="c232d98349af6f42" providerId="LiveId" clId="{95AFADBA-94DC-4258-8C31-B7078D6D18AA}" dt="2025-07-07T14:28:16.833" v="797" actId="1035"/>
          <ac:picMkLst>
            <pc:docMk/>
            <pc:sldMk cId="0" sldId="260"/>
            <ac:picMk id="25" creationId="{9C49188D-666A-04D4-BF7E-647E0528437F}"/>
          </ac:picMkLst>
        </pc:picChg>
        <pc:picChg chg="add mod">
          <ac:chgData name="Andrea Ferraboli" userId="c232d98349af6f42" providerId="LiveId" clId="{95AFADBA-94DC-4258-8C31-B7078D6D18AA}" dt="2025-07-07T14:28:07.049" v="775" actId="1035"/>
          <ac:picMkLst>
            <pc:docMk/>
            <pc:sldMk cId="0" sldId="260"/>
            <ac:picMk id="26" creationId="{BC9132D3-64A4-7669-6F0A-D9149562A76A}"/>
          </ac:picMkLst>
        </pc:picChg>
        <pc:picChg chg="add mod">
          <ac:chgData name="Andrea Ferraboli" userId="c232d98349af6f42" providerId="LiveId" clId="{95AFADBA-94DC-4258-8C31-B7078D6D18AA}" dt="2025-07-07T14:28:02.932" v="760" actId="1037"/>
          <ac:picMkLst>
            <pc:docMk/>
            <pc:sldMk cId="0" sldId="260"/>
            <ac:picMk id="28" creationId="{B25B271F-65AC-E810-4D78-67803309B46C}"/>
          </ac:picMkLst>
        </pc:picChg>
      </pc:sldChg>
      <pc:sldChg chg="addSp delSp modSp add mod">
        <pc:chgData name="Andrea Ferraboli" userId="c232d98349af6f42" providerId="LiveId" clId="{95AFADBA-94DC-4258-8C31-B7078D6D18AA}" dt="2025-07-07T14:16:34.064" v="515" actId="2085"/>
        <pc:sldMkLst>
          <pc:docMk/>
          <pc:sldMk cId="0" sldId="261"/>
        </pc:sldMkLst>
        <pc:spChg chg="mod">
          <ac:chgData name="Andrea Ferraboli" userId="c232d98349af6f42" providerId="LiveId" clId="{95AFADBA-94DC-4258-8C31-B7078D6D18AA}" dt="2025-07-07T14:02:35.612" v="281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2:35.612" v="281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2:35.612" v="281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14:09.020" v="488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3:43:33.157" v="60" actId="113"/>
          <ac:spMkLst>
            <pc:docMk/>
            <pc:sldMk cId="0" sldId="261"/>
            <ac:spMk id="7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2:35.612" v="281" actId="2711"/>
          <ac:spMkLst>
            <pc:docMk/>
            <pc:sldMk cId="0" sldId="261"/>
            <ac:spMk id="8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2:35.612" v="281" actId="27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2:35.612" v="281" actId="271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2:35.612" v="281" actId="2711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2:35.612" v="281" actId="2711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2:47.204" v="283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2:35.612" v="281" actId="2711"/>
          <ac:spMkLst>
            <pc:docMk/>
            <pc:sldMk cId="0" sldId="261"/>
            <ac:spMk id="18" creationId="{00000000-0000-0000-0000-000000000000}"/>
          </ac:spMkLst>
        </pc:spChg>
        <pc:spChg chg="add mod">
          <ac:chgData name="Andrea Ferraboli" userId="c232d98349af6f42" providerId="LiveId" clId="{95AFADBA-94DC-4258-8C31-B7078D6D18AA}" dt="2025-07-07T14:13:40.413" v="481" actId="1076"/>
          <ac:spMkLst>
            <pc:docMk/>
            <pc:sldMk cId="0" sldId="261"/>
            <ac:spMk id="24" creationId="{ED34CB9E-172B-57F7-82A3-92E8A96EE250}"/>
          </ac:spMkLst>
        </pc:spChg>
        <pc:spChg chg="add mod">
          <ac:chgData name="Andrea Ferraboli" userId="c232d98349af6f42" providerId="LiveId" clId="{95AFADBA-94DC-4258-8C31-B7078D6D18AA}" dt="2025-07-07T14:13:52.663" v="484" actId="1076"/>
          <ac:spMkLst>
            <pc:docMk/>
            <pc:sldMk cId="0" sldId="261"/>
            <ac:spMk id="25" creationId="{7E5B9560-961B-F7C4-4DBD-FD67A1790B21}"/>
          </ac:spMkLst>
        </pc:spChg>
        <pc:spChg chg="add mod">
          <ac:chgData name="Andrea Ferraboli" userId="c232d98349af6f42" providerId="LiveId" clId="{95AFADBA-94DC-4258-8C31-B7078D6D18AA}" dt="2025-07-07T14:16:34.064" v="515" actId="2085"/>
          <ac:spMkLst>
            <pc:docMk/>
            <pc:sldMk cId="0" sldId="261"/>
            <ac:spMk id="26" creationId="{09EC8B2A-5426-8417-F663-283CE7AF79B0}"/>
          </ac:spMkLst>
        </pc:spChg>
        <pc:picChg chg="del">
          <ac:chgData name="Andrea Ferraboli" userId="c232d98349af6f42" providerId="LiveId" clId="{95AFADBA-94DC-4258-8C31-B7078D6D18AA}" dt="2025-07-07T14:12:36.610" v="442" actId="478"/>
          <ac:picMkLst>
            <pc:docMk/>
            <pc:sldMk cId="0" sldId="261"/>
            <ac:picMk id="6" creationId="{00000000-0000-0000-0000-000000000000}"/>
          </ac:picMkLst>
        </pc:picChg>
        <pc:picChg chg="del">
          <ac:chgData name="Andrea Ferraboli" userId="c232d98349af6f42" providerId="LiveId" clId="{95AFADBA-94DC-4258-8C31-B7078D6D18AA}" dt="2025-07-07T14:13:27.488" v="479" actId="478"/>
          <ac:picMkLst>
            <pc:docMk/>
            <pc:sldMk cId="0" sldId="261"/>
            <ac:picMk id="11" creationId="{00000000-0000-0000-0000-000000000000}"/>
          </ac:picMkLst>
        </pc:picChg>
        <pc:picChg chg="add mod">
          <ac:chgData name="Andrea Ferraboli" userId="c232d98349af6f42" providerId="LiveId" clId="{95AFADBA-94DC-4258-8C31-B7078D6D18AA}" dt="2025-07-07T14:13:16.222" v="475" actId="207"/>
          <ac:picMkLst>
            <pc:docMk/>
            <pc:sldMk cId="0" sldId="261"/>
            <ac:picMk id="21" creationId="{16D0BF46-5BF1-4061-2692-A9392C1660A0}"/>
          </ac:picMkLst>
        </pc:picChg>
        <pc:picChg chg="add mod ord">
          <ac:chgData name="Andrea Ferraboli" userId="c232d98349af6f42" providerId="LiveId" clId="{95AFADBA-94DC-4258-8C31-B7078D6D18AA}" dt="2025-07-07T14:16:10.214" v="512" actId="14826"/>
          <ac:picMkLst>
            <pc:docMk/>
            <pc:sldMk cId="0" sldId="261"/>
            <ac:picMk id="22" creationId="{7337053A-68CD-CE20-077A-6E0AA87D38D4}"/>
          </ac:picMkLst>
        </pc:picChg>
        <pc:picChg chg="add mod ord">
          <ac:chgData name="Andrea Ferraboli" userId="c232d98349af6f42" providerId="LiveId" clId="{95AFADBA-94DC-4258-8C31-B7078D6D18AA}" dt="2025-07-07T14:15:22.683" v="511" actId="14826"/>
          <ac:picMkLst>
            <pc:docMk/>
            <pc:sldMk cId="0" sldId="261"/>
            <ac:picMk id="23" creationId="{1205C289-293F-D0CB-A9E6-38BC277BD66E}"/>
          </ac:picMkLst>
        </pc:picChg>
      </pc:sldChg>
      <pc:sldChg chg="addSp modSp add mod">
        <pc:chgData name="Andrea Ferraboli" userId="c232d98349af6f42" providerId="LiveId" clId="{95AFADBA-94DC-4258-8C31-B7078D6D18AA}" dt="2025-07-07T14:16:59.745" v="518"/>
        <pc:sldMkLst>
          <pc:docMk/>
          <pc:sldMk cId="0" sldId="262"/>
        </pc:sldMkLst>
        <pc:spChg chg="add mod">
          <ac:chgData name="Andrea Ferraboli" userId="c232d98349af6f42" providerId="LiveId" clId="{95AFADBA-94DC-4258-8C31-B7078D6D18AA}" dt="2025-07-07T14:16:59.745" v="518"/>
          <ac:spMkLst>
            <pc:docMk/>
            <pc:sldMk cId="0" sldId="262"/>
            <ac:spMk id="3" creationId="{54B1F046-675C-E7E8-85CA-B803F8D05DC5}"/>
          </ac:spMkLst>
        </pc:spChg>
        <pc:spChg chg="mod">
          <ac:chgData name="Andrea Ferraboli" userId="c232d98349af6f42" providerId="LiveId" clId="{95AFADBA-94DC-4258-8C31-B7078D6D18AA}" dt="2025-07-07T14:02:59.199" v="284" actId="2711"/>
          <ac:spMkLst>
            <pc:docMk/>
            <pc:sldMk cId="0" sldId="262"/>
            <ac:spMk id="22" creationId="{C74886F6-3C5E-0EF7-D815-E57C4F38EA30}"/>
          </ac:spMkLst>
        </pc:spChg>
        <pc:spChg chg="mod">
          <ac:chgData name="Andrea Ferraboli" userId="c232d98349af6f42" providerId="LiveId" clId="{95AFADBA-94DC-4258-8C31-B7078D6D18AA}" dt="2025-07-07T14:02:59.199" v="284" actId="2711"/>
          <ac:spMkLst>
            <pc:docMk/>
            <pc:sldMk cId="0" sldId="262"/>
            <ac:spMk id="23" creationId="{14F5BF86-CEDB-AAFA-F33E-C47E2088F301}"/>
          </ac:spMkLst>
        </pc:spChg>
        <pc:spChg chg="mod">
          <ac:chgData name="Andrea Ferraboli" userId="c232d98349af6f42" providerId="LiveId" clId="{95AFADBA-94DC-4258-8C31-B7078D6D18AA}" dt="2025-07-07T14:02:59.199" v="284" actId="2711"/>
          <ac:spMkLst>
            <pc:docMk/>
            <pc:sldMk cId="0" sldId="262"/>
            <ac:spMk id="26" creationId="{512C14BC-773F-28D9-514A-A00DFAB68A2A}"/>
          </ac:spMkLst>
        </pc:spChg>
        <pc:spChg chg="mod">
          <ac:chgData name="Andrea Ferraboli" userId="c232d98349af6f42" providerId="LiveId" clId="{95AFADBA-94DC-4258-8C31-B7078D6D18AA}" dt="2025-07-07T14:02:59.199" v="284" actId="2711"/>
          <ac:spMkLst>
            <pc:docMk/>
            <pc:sldMk cId="0" sldId="262"/>
            <ac:spMk id="55" creationId="{4B0A8FF0-2955-2713-5A94-733D15921568}"/>
          </ac:spMkLst>
        </pc:spChg>
        <pc:spChg chg="mod">
          <ac:chgData name="Andrea Ferraboli" userId="c232d98349af6f42" providerId="LiveId" clId="{95AFADBA-94DC-4258-8C31-B7078D6D18AA}" dt="2025-07-07T14:02:59.199" v="284" actId="2711"/>
          <ac:spMkLst>
            <pc:docMk/>
            <pc:sldMk cId="0" sldId="262"/>
            <ac:spMk id="60" creationId="{61CD8C15-B92A-DA72-571C-7CA899A113E8}"/>
          </ac:spMkLst>
        </pc:spChg>
        <pc:spChg chg="mod">
          <ac:chgData name="Andrea Ferraboli" userId="c232d98349af6f42" providerId="LiveId" clId="{95AFADBA-94DC-4258-8C31-B7078D6D18AA}" dt="2025-07-07T14:02:59.199" v="284" actId="2711"/>
          <ac:spMkLst>
            <pc:docMk/>
            <pc:sldMk cId="0" sldId="262"/>
            <ac:spMk id="66" creationId="{E947FB11-054B-D1C9-EF51-063609E722B2}"/>
          </ac:spMkLst>
        </pc:spChg>
        <pc:spChg chg="mod">
          <ac:chgData name="Andrea Ferraboli" userId="c232d98349af6f42" providerId="LiveId" clId="{95AFADBA-94DC-4258-8C31-B7078D6D18AA}" dt="2025-07-07T14:02:59.199" v="284" actId="2711"/>
          <ac:spMkLst>
            <pc:docMk/>
            <pc:sldMk cId="0" sldId="262"/>
            <ac:spMk id="67" creationId="{D74CB284-15CB-FA9F-1C9D-EB7CEEE5B902}"/>
          </ac:spMkLst>
        </pc:spChg>
        <pc:spChg chg="mod">
          <ac:chgData name="Andrea Ferraboli" userId="c232d98349af6f42" providerId="LiveId" clId="{95AFADBA-94DC-4258-8C31-B7078D6D18AA}" dt="2025-07-07T14:02:59.199" v="284" actId="2711"/>
          <ac:spMkLst>
            <pc:docMk/>
            <pc:sldMk cId="0" sldId="262"/>
            <ac:spMk id="69" creationId="{90FCAE43-3CE1-4442-24F9-6498F1320B92}"/>
          </ac:spMkLst>
        </pc:spChg>
        <pc:spChg chg="mod">
          <ac:chgData name="Andrea Ferraboli" userId="c232d98349af6f42" providerId="LiveId" clId="{95AFADBA-94DC-4258-8C31-B7078D6D18AA}" dt="2025-07-07T14:02:59.199" v="284" actId="2711"/>
          <ac:spMkLst>
            <pc:docMk/>
            <pc:sldMk cId="0" sldId="262"/>
            <ac:spMk id="70" creationId="{EDDADFE1-1906-25B5-5C5E-546B9C31F0F6}"/>
          </ac:spMkLst>
        </pc:spChg>
        <pc:spChg chg="mod">
          <ac:chgData name="Andrea Ferraboli" userId="c232d98349af6f42" providerId="LiveId" clId="{95AFADBA-94DC-4258-8C31-B7078D6D18AA}" dt="2025-07-07T14:02:59.199" v="284" actId="2711"/>
          <ac:spMkLst>
            <pc:docMk/>
            <pc:sldMk cId="0" sldId="262"/>
            <ac:spMk id="74" creationId="{63DC1B6F-7B43-2DF4-3DF7-904952A365AD}"/>
          </ac:spMkLst>
        </pc:spChg>
      </pc:sldChg>
      <pc:sldChg chg="modSp add mod">
        <pc:chgData name="Andrea Ferraboli" userId="c232d98349af6f42" providerId="LiveId" clId="{95AFADBA-94DC-4258-8C31-B7078D6D18AA}" dt="2025-07-07T14:03:11.921" v="285" actId="2711"/>
        <pc:sldMkLst>
          <pc:docMk/>
          <pc:sldMk cId="0" sldId="263"/>
        </pc:sldMkLst>
        <pc:spChg chg="mod">
          <ac:chgData name="Andrea Ferraboli" userId="c232d98349af6f42" providerId="LiveId" clId="{95AFADBA-94DC-4258-8C31-B7078D6D18AA}" dt="2025-07-07T14:03:11.921" v="285" actId="2711"/>
          <ac:spMkLst>
            <pc:docMk/>
            <pc:sldMk cId="0" sldId="263"/>
            <ac:spMk id="3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3:11.921" v="285" actId="2711"/>
          <ac:spMkLst>
            <pc:docMk/>
            <pc:sldMk cId="0" sldId="263"/>
            <ac:spMk id="5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3:11.921" v="285" actId="2711"/>
          <ac:spMkLst>
            <pc:docMk/>
            <pc:sldMk cId="0" sldId="263"/>
            <ac:spMk id="6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3:11.921" v="285" actId="2711"/>
          <ac:spMkLst>
            <pc:docMk/>
            <pc:sldMk cId="0" sldId="263"/>
            <ac:spMk id="8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3:11.921" v="285" actId="2711"/>
          <ac:spMkLst>
            <pc:docMk/>
            <pc:sldMk cId="0" sldId="263"/>
            <ac:spMk id="9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3:11.921" v="285" actId="2711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3:11.921" v="285" actId="2711"/>
          <ac:spMkLst>
            <pc:docMk/>
            <pc:sldMk cId="0" sldId="263"/>
            <ac:spMk id="12" creationId="{00000000-0000-0000-0000-000000000000}"/>
          </ac:spMkLst>
        </pc:spChg>
      </pc:sldChg>
      <pc:sldChg chg="delSp modSp add mod setBg modClrScheme chgLayout">
        <pc:chgData name="Andrea Ferraboli" userId="c232d98349af6f42" providerId="LiveId" clId="{95AFADBA-94DC-4258-8C31-B7078D6D18AA}" dt="2025-07-07T14:12:03.532" v="440" actId="1076"/>
        <pc:sldMkLst>
          <pc:docMk/>
          <pc:sldMk cId="0" sldId="265"/>
        </pc:sldMkLst>
        <pc:spChg chg="del">
          <ac:chgData name="Andrea Ferraboli" userId="c232d98349af6f42" providerId="LiveId" clId="{95AFADBA-94DC-4258-8C31-B7078D6D18AA}" dt="2025-07-07T14:03:22.787" v="287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7:42.472" v="289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7:42.472" v="289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7:42.472" v="289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7:42.472" v="289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7:42.472" v="289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7:42.472" v="289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7:42.472" v="289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7:42.472" v="289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07:42.472" v="289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4:12:03.532" v="440" actId="1076"/>
          <ac:spMkLst>
            <pc:docMk/>
            <pc:sldMk cId="0" sldId="265"/>
            <ac:spMk id="17" creationId="{00000000-0000-0000-0000-000000000000}"/>
          </ac:spMkLst>
        </pc:spChg>
        <pc:picChg chg="del">
          <ac:chgData name="Andrea Ferraboli" userId="c232d98349af6f42" providerId="LiveId" clId="{95AFADBA-94DC-4258-8C31-B7078D6D18AA}" dt="2025-07-07T14:03:20.433" v="286" actId="478"/>
          <ac:picMkLst>
            <pc:docMk/>
            <pc:sldMk cId="0" sldId="265"/>
            <ac:picMk id="3" creationId="{00000000-0000-0000-0000-000000000000}"/>
          </ac:picMkLst>
        </pc:picChg>
      </pc:sldChg>
      <pc:sldChg chg="addSp modSp add mod">
        <pc:chgData name="Andrea Ferraboli" userId="c232d98349af6f42" providerId="LiveId" clId="{95AFADBA-94DC-4258-8C31-B7078D6D18AA}" dt="2025-07-07T15:09:41.011" v="809" actId="207"/>
        <pc:sldMkLst>
          <pc:docMk/>
          <pc:sldMk cId="0" sldId="266"/>
        </pc:sldMkLst>
        <pc:spChg chg="mod">
          <ac:chgData name="Andrea Ferraboli" userId="c232d98349af6f42" providerId="LiveId" clId="{95AFADBA-94DC-4258-8C31-B7078D6D18AA}" dt="2025-07-07T15:09:41.011" v="809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5:07:43.814" v="800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5:07:43.814" v="800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5:07:43.814" v="800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5:07:43.814" v="800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5:07:43.814" v="800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5:08:43.464" v="808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5:07:21.068" v="798" actId="271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5:07:21.068" v="798" actId="2711"/>
          <ac:spMkLst>
            <pc:docMk/>
            <pc:sldMk cId="0" sldId="266"/>
            <ac:spMk id="11" creationId="{00000000-0000-0000-0000-000000000000}"/>
          </ac:spMkLst>
        </pc:spChg>
        <pc:spChg chg="mod">
          <ac:chgData name="Andrea Ferraboli" userId="c232d98349af6f42" providerId="LiveId" clId="{95AFADBA-94DC-4258-8C31-B7078D6D18AA}" dt="2025-07-07T15:07:21.068" v="798" actId="2711"/>
          <ac:spMkLst>
            <pc:docMk/>
            <pc:sldMk cId="0" sldId="266"/>
            <ac:spMk id="12" creationId="{00000000-0000-0000-0000-000000000000}"/>
          </ac:spMkLst>
        </pc:spChg>
        <pc:spChg chg="add mod">
          <ac:chgData name="Andrea Ferraboli" userId="c232d98349af6f42" providerId="LiveId" clId="{95AFADBA-94DC-4258-8C31-B7078D6D18AA}" dt="2025-07-07T14:17:08.996" v="519"/>
          <ac:spMkLst>
            <pc:docMk/>
            <pc:sldMk cId="0" sldId="266"/>
            <ac:spMk id="15" creationId="{09B247C3-732D-972D-7FDD-7EE1DDB2AF1B}"/>
          </ac:spMkLst>
        </pc:spChg>
      </pc:sldChg>
      <pc:sldChg chg="addSp modSp add">
        <pc:chgData name="Andrea Ferraboli" userId="c232d98349af6f42" providerId="LiveId" clId="{95AFADBA-94DC-4258-8C31-B7078D6D18AA}" dt="2025-07-07T14:17:15.135" v="520"/>
        <pc:sldMkLst>
          <pc:docMk/>
          <pc:sldMk cId="0" sldId="267"/>
        </pc:sldMkLst>
        <pc:spChg chg="add mod">
          <ac:chgData name="Andrea Ferraboli" userId="c232d98349af6f42" providerId="LiveId" clId="{95AFADBA-94DC-4258-8C31-B7078D6D18AA}" dt="2025-07-07T14:17:15.135" v="520"/>
          <ac:spMkLst>
            <pc:docMk/>
            <pc:sldMk cId="0" sldId="267"/>
            <ac:spMk id="4" creationId="{B0849162-1F46-2B9D-C47E-BF8B8113241B}"/>
          </ac:spMkLst>
        </pc:spChg>
      </pc:sldChg>
      <pc:sldChg chg="addSp modSp add mod">
        <pc:chgData name="Andrea Ferraboli" userId="c232d98349af6f42" providerId="LiveId" clId="{95AFADBA-94DC-4258-8C31-B7078D6D18AA}" dt="2025-07-07T14:18:43.143" v="549" actId="1038"/>
        <pc:sldMkLst>
          <pc:docMk/>
          <pc:sldMk cId="3155175871" sldId="269"/>
        </pc:sldMkLst>
        <pc:spChg chg="mod">
          <ac:chgData name="Andrea Ferraboli" userId="c232d98349af6f42" providerId="LiveId" clId="{95AFADBA-94DC-4258-8C31-B7078D6D18AA}" dt="2025-07-07T14:01:34.459" v="267" actId="2711"/>
          <ac:spMkLst>
            <pc:docMk/>
            <pc:sldMk cId="3155175871" sldId="269"/>
            <ac:spMk id="7" creationId="{586C324E-ECEE-C896-F7CA-12158EC5C3AF}"/>
          </ac:spMkLst>
        </pc:spChg>
        <pc:spChg chg="mod">
          <ac:chgData name="Andrea Ferraboli" userId="c232d98349af6f42" providerId="LiveId" clId="{95AFADBA-94DC-4258-8C31-B7078D6D18AA}" dt="2025-07-07T14:18:43.143" v="549" actId="1038"/>
          <ac:spMkLst>
            <pc:docMk/>
            <pc:sldMk cId="3155175871" sldId="269"/>
            <ac:spMk id="10" creationId="{870D9F1E-97A8-635A-9644-DC097150F72D}"/>
          </ac:spMkLst>
        </pc:spChg>
        <pc:spChg chg="mod">
          <ac:chgData name="Andrea Ferraboli" userId="c232d98349af6f42" providerId="LiveId" clId="{95AFADBA-94DC-4258-8C31-B7078D6D18AA}" dt="2025-07-07T14:17:56.817" v="532" actId="255"/>
          <ac:spMkLst>
            <pc:docMk/>
            <pc:sldMk cId="3155175871" sldId="269"/>
            <ac:spMk id="14" creationId="{79DD91AF-4C42-F535-7503-6972B283491A}"/>
          </ac:spMkLst>
        </pc:spChg>
        <pc:spChg chg="mod">
          <ac:chgData name="Andrea Ferraboli" userId="c232d98349af6f42" providerId="LiveId" clId="{95AFADBA-94DC-4258-8C31-B7078D6D18AA}" dt="2025-07-07T14:01:34.459" v="267" actId="2711"/>
          <ac:spMkLst>
            <pc:docMk/>
            <pc:sldMk cId="3155175871" sldId="269"/>
            <ac:spMk id="15" creationId="{9453BA8F-44C5-65B0-0F76-13E5EF472EBC}"/>
          </ac:spMkLst>
        </pc:spChg>
        <pc:spChg chg="mod">
          <ac:chgData name="Andrea Ferraboli" userId="c232d98349af6f42" providerId="LiveId" clId="{95AFADBA-94DC-4258-8C31-B7078D6D18AA}" dt="2025-07-07T14:01:34.459" v="267" actId="2711"/>
          <ac:spMkLst>
            <pc:docMk/>
            <pc:sldMk cId="3155175871" sldId="269"/>
            <ac:spMk id="18" creationId="{F954B561-04CC-B62B-21E9-C04A2034A1E4}"/>
          </ac:spMkLst>
        </pc:spChg>
        <pc:spChg chg="mod">
          <ac:chgData name="Andrea Ferraboli" userId="c232d98349af6f42" providerId="LiveId" clId="{95AFADBA-94DC-4258-8C31-B7078D6D18AA}" dt="2025-07-07T14:01:34.459" v="267" actId="2711"/>
          <ac:spMkLst>
            <pc:docMk/>
            <pc:sldMk cId="3155175871" sldId="269"/>
            <ac:spMk id="20" creationId="{523894F8-B0CD-23EA-2049-9D4C41EC8031}"/>
          </ac:spMkLst>
        </pc:spChg>
        <pc:spChg chg="mod">
          <ac:chgData name="Andrea Ferraboli" userId="c232d98349af6f42" providerId="LiveId" clId="{95AFADBA-94DC-4258-8C31-B7078D6D18AA}" dt="2025-07-07T14:18:06.615" v="542" actId="1036"/>
          <ac:spMkLst>
            <pc:docMk/>
            <pc:sldMk cId="3155175871" sldId="269"/>
            <ac:spMk id="23" creationId="{6ACEC434-503D-8E51-ED5F-1CACE78FA935}"/>
          </ac:spMkLst>
        </pc:spChg>
        <pc:spChg chg="mod">
          <ac:chgData name="Andrea Ferraboli" userId="c232d98349af6f42" providerId="LiveId" clId="{95AFADBA-94DC-4258-8C31-B7078D6D18AA}" dt="2025-07-07T14:01:34.459" v="267" actId="2711"/>
          <ac:spMkLst>
            <pc:docMk/>
            <pc:sldMk cId="3155175871" sldId="269"/>
            <ac:spMk id="60" creationId="{EE009DAE-F9D2-9B6F-40DC-4A0865F674C2}"/>
          </ac:spMkLst>
        </pc:spChg>
        <pc:spChg chg="mod">
          <ac:chgData name="Andrea Ferraboli" userId="c232d98349af6f42" providerId="LiveId" clId="{95AFADBA-94DC-4258-8C31-B7078D6D18AA}" dt="2025-07-07T14:01:34.459" v="267" actId="2711"/>
          <ac:spMkLst>
            <pc:docMk/>
            <pc:sldMk cId="3155175871" sldId="269"/>
            <ac:spMk id="61" creationId="{0E761889-C45C-DD51-8BA1-EAFF51C9DE9A}"/>
          </ac:spMkLst>
        </pc:spChg>
        <pc:spChg chg="mod">
          <ac:chgData name="Andrea Ferraboli" userId="c232d98349af6f42" providerId="LiveId" clId="{95AFADBA-94DC-4258-8C31-B7078D6D18AA}" dt="2025-07-07T14:01:34.459" v="267" actId="2711"/>
          <ac:spMkLst>
            <pc:docMk/>
            <pc:sldMk cId="3155175871" sldId="269"/>
            <ac:spMk id="124" creationId="{82FA274C-06FE-7F57-A64D-3607BBAF732A}"/>
          </ac:spMkLst>
        </pc:spChg>
        <pc:spChg chg="mod">
          <ac:chgData name="Andrea Ferraboli" userId="c232d98349af6f42" providerId="LiveId" clId="{95AFADBA-94DC-4258-8C31-B7078D6D18AA}" dt="2025-07-07T14:01:34.459" v="267" actId="2711"/>
          <ac:spMkLst>
            <pc:docMk/>
            <pc:sldMk cId="3155175871" sldId="269"/>
            <ac:spMk id="128" creationId="{4BB7A308-CD6F-FEC3-4EC3-C076C09D3F01}"/>
          </ac:spMkLst>
        </pc:spChg>
        <pc:spChg chg="mod">
          <ac:chgData name="Andrea Ferraboli" userId="c232d98349af6f42" providerId="LiveId" clId="{95AFADBA-94DC-4258-8C31-B7078D6D18AA}" dt="2025-07-07T14:01:34.459" v="267" actId="2711"/>
          <ac:spMkLst>
            <pc:docMk/>
            <pc:sldMk cId="3155175871" sldId="269"/>
            <ac:spMk id="130" creationId="{ACAD144D-8803-9CC0-A40B-C696680EB610}"/>
          </ac:spMkLst>
        </pc:spChg>
        <pc:spChg chg="mod">
          <ac:chgData name="Andrea Ferraboli" userId="c232d98349af6f42" providerId="LiveId" clId="{95AFADBA-94DC-4258-8C31-B7078D6D18AA}" dt="2025-07-07T14:02:00.278" v="277" actId="1037"/>
          <ac:spMkLst>
            <pc:docMk/>
            <pc:sldMk cId="3155175871" sldId="269"/>
            <ac:spMk id="140" creationId="{062B9F43-2B84-2394-3DB4-7451E2DC0291}"/>
          </ac:spMkLst>
        </pc:spChg>
        <pc:picChg chg="add">
          <ac:chgData name="Andrea Ferraboli" userId="c232d98349af6f42" providerId="LiveId" clId="{95AFADBA-94DC-4258-8C31-B7078D6D18AA}" dt="2025-07-07T13:41:10.766" v="20"/>
          <ac:picMkLst>
            <pc:docMk/>
            <pc:sldMk cId="3155175871" sldId="269"/>
            <ac:picMk id="2" creationId="{78ADEAEB-DF26-01A9-EFB2-F60F799DE3B7}"/>
          </ac:picMkLst>
        </pc:picChg>
      </pc:sldChg>
      <pc:sldMasterChg chg="setBg modSldLayout">
        <pc:chgData name="Andrea Ferraboli" userId="c232d98349af6f42" providerId="LiveId" clId="{95AFADBA-94DC-4258-8C31-B7078D6D18AA}" dt="2025-07-07T14:09:43.735" v="342"/>
        <pc:sldMasterMkLst>
          <pc:docMk/>
          <pc:sldMasterMk cId="2014059896" sldId="2147483648"/>
        </pc:sldMasterMkLst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3867687714" sldId="2147483649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4161480029" sldId="2147483650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484145823" sldId="2147483651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1398700295" sldId="2147483652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1893427500" sldId="2147483653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1927523673" sldId="2147483654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1588788821" sldId="2147483655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1565789474" sldId="2147483656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2206942644" sldId="2147483657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4113672162" sldId="2147483658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2058003425" sldId="2147483659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795495148" sldId="2147483660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1128356545" sldId="2147483661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3729933068" sldId="2147483662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3369501306" sldId="2147483663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3521870455" sldId="2147483664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3975408756" sldId="2147483665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4061815099" sldId="2147483666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1341326492" sldId="2147483667"/>
          </pc:sldLayoutMkLst>
        </pc:sldLayoutChg>
        <pc:sldLayoutChg chg="setBg">
          <pc:chgData name="Andrea Ferraboli" userId="c232d98349af6f42" providerId="LiveId" clId="{95AFADBA-94DC-4258-8C31-B7078D6D18AA}" dt="2025-07-07T14:09:43.735" v="342"/>
          <pc:sldLayoutMkLst>
            <pc:docMk/>
            <pc:sldMasterMk cId="2014059896" sldId="2147483648"/>
            <pc:sldLayoutMk cId="1651438509" sldId="214748366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05818-A2B3-44B9-B462-0CA2E8F3F725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2CFB1-9B4C-462B-A343-7C1DB3E837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223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D9FE1-2B63-8872-9E0A-FFF3A060E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E9108-E663-425B-13AC-D6EE191EA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0A30C-3853-0DD6-01DC-A24FF2392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39F28-A785-5F4F-B654-0EFB2AE38A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63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C641B8-F239-A662-B81A-3CB66ACC4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7FAAE64-B79D-4E2D-E37C-26AC3AA56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5BCC8C2-2B84-A609-0032-F969014E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66B3-AA1B-47B2-998F-6FFB3AE5F11F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E659B3-D5C5-33F2-7A71-8D70D5645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915467-4BD6-2F23-A9EC-8D1B00C9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0C6C-48C3-41FA-A4EC-B7115D540C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68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9FD143-1CE8-3BD9-4FA8-79FF4F62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C7150F-EB21-97CF-E204-DCD42849A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A0CD7E-A700-F27F-DD35-6B80C707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66B3-AA1B-47B2-998F-6FFB3AE5F11F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E4284D-DDA2-08A6-3B22-498A388AF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A25863-EFAF-67AF-4C60-16489E6E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0C6C-48C3-41FA-A4EC-B7115D540C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148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FBFEF5-1C45-55C6-99B6-4110D114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F7F7C2-98DD-2384-D426-23094F086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95FFD1-C020-E6C6-E9B5-D025CD21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66B3-AA1B-47B2-998F-6FFB3AE5F11F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B40369-2D5F-146C-5F05-3434E0B71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546CAB-9406-FD2B-D82B-20F625558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0C6C-48C3-41FA-A4EC-B7115D540C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414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86DD82-A42D-055E-5D6A-EB03C6F5A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0C9D7B-61A2-D336-824E-07870D6B6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7EB6DBC-D1C8-A578-E881-98BF60944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3B8E8D3-4A99-F597-2B3E-920B1F59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66B3-AA1B-47B2-998F-6FFB3AE5F11F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2BD9FD-212F-4A39-1E39-6C3673E40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3E3588-7177-8E6F-29CC-CF169FAD7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0C6C-48C3-41FA-A4EC-B7115D540C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870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96BD35-A4CF-ED7D-893E-2183E40F3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685362A-7A1B-60E8-AE7F-FCDB41AAD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CDEDC90-6970-631C-EB85-44E47BB24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0C4C857-33C5-CCA4-8878-EB9083D7D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204AA99-F031-3FB5-79E0-FF54687DA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07BB162-E05E-7512-5D9C-587349C4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66B3-AA1B-47B2-998F-6FFB3AE5F11F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3819D82-2B16-2A75-6809-8E98A163C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B5EF983-09A9-BB4F-F925-DD8A108D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0C6C-48C3-41FA-A4EC-B7115D540C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3427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9FA24A-8CCC-A66F-84FE-6B1C01D8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A82E916-089F-9F95-1C85-485F4C1E4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66B3-AA1B-47B2-998F-6FFB3AE5F11F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284D66B-C14A-9B0B-F5C1-39F8E402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9FAFCF5-C35E-9515-9E87-13E0F876D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0C6C-48C3-41FA-A4EC-B7115D540C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752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3125B45-14D6-46D7-2D03-1AFBEBDE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66B3-AA1B-47B2-998F-6FFB3AE5F11F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6E61FC3-5FE9-B33A-8D2C-D0BD3C07A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1A10C7D-D692-E5FB-04A4-D5DCC4F4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0C6C-48C3-41FA-A4EC-B7115D540C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878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CFD68D-1A79-69DC-F5B8-C44FCB5A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8649E2-ADE4-DC6A-7677-6A1F6CFCB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5B99D37-D876-1CDE-981F-8133E54E0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1F7C3F4-4684-0B99-AB30-99304CCF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66B3-AA1B-47B2-998F-6FFB3AE5F11F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A45EF17-2A2B-F0D3-A287-39491F1D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B88EA20-D816-994E-1233-1F8EDA28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0C6C-48C3-41FA-A4EC-B7115D540C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5789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83E314-A20F-D630-33CB-00B6EA44A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668A4E7-0583-CDB7-0BC4-D3094F975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88F2D8E-9DA6-5778-1586-5FA9CC757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63A0BF-4A2E-532A-DAE6-64D6D6356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66B3-AA1B-47B2-998F-6FFB3AE5F11F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4B4DACC-014D-04F9-73CB-BCF807744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A8D73F1-557E-23D4-B19D-D260B0EFC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0C6C-48C3-41FA-A4EC-B7115D540C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6942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DDC6B9-97E1-EDE3-D26C-3D4708B2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8236623-01F1-D8AE-1BD2-70FEE4855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A8833E-8B2E-6063-CDE7-C58C9E1BE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66B3-AA1B-47B2-998F-6FFB3AE5F11F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91DABA-9D28-9185-0974-ED136103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9620432-0A56-B1EB-7C61-EB5309C55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0C6C-48C3-41FA-A4EC-B7115D540C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3672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15AEEE7-2312-308B-C6DD-56AF6EEB3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7F3F70C-5C3A-205C-E83C-FBBBC116B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2374D82-F28B-7589-5516-D6FEB85B7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66B3-AA1B-47B2-998F-6FFB3AE5F11F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0EEB99-BDD8-6EAF-47BB-31C430FB9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193C82-91D7-53A3-0CF3-AABFB915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20C6C-48C3-41FA-A4EC-B7115D540C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8003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95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56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33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01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70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40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815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264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43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A53B91A-7E54-F431-86D6-DD937F08B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8610F79-B4EF-0E40-F208-0B62F7B1F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1200F7-0E34-3511-CC61-368E0184C0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F66B3-AA1B-47B2-998F-6FFB3AE5F11F}" type="datetimeFigureOut">
              <a:rPr lang="it-IT" smtClean="0"/>
              <a:t>07/07/2025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B47E98-E23F-32A1-3696-2F3D60413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C56293-210C-5CE5-4EA0-7CC55CB6B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20C6C-48C3-41FA-A4EC-B7115D540C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405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6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6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2FE9D56F-B2CE-F56B-8826-F1557F288D24}"/>
              </a:ext>
            </a:extLst>
          </p:cNvPr>
          <p:cNvSpPr txBox="1"/>
          <p:nvPr/>
        </p:nvSpPr>
        <p:spPr>
          <a:xfrm>
            <a:off x="957317" y="2201981"/>
            <a:ext cx="10277365" cy="175432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it-IT" sz="5400" dirty="0">
                <a:solidFill>
                  <a:srgbClr val="0034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Sicurezza dell’Infrastruttura AWS</a:t>
            </a:r>
          </a:p>
          <a:p>
            <a:pPr algn="ctr"/>
            <a:r>
              <a:rPr lang="it-IT" sz="5400" dirty="0">
                <a:solidFill>
                  <a:srgbClr val="0034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una Startup Fintech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2EEC011-DD59-7F6C-5D4E-38FE8C5A6733}"/>
              </a:ext>
            </a:extLst>
          </p:cNvPr>
          <p:cNvSpPr txBox="1"/>
          <p:nvPr/>
        </p:nvSpPr>
        <p:spPr>
          <a:xfrm>
            <a:off x="1399040" y="3956307"/>
            <a:ext cx="9393918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it-IT" sz="2400" i="1" dirty="0">
                <a:solidFill>
                  <a:srgbClr val="0034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Sfide, Best Practices e Implementazione di un Modello di Sicurezza</a:t>
            </a:r>
          </a:p>
          <a:p>
            <a:pPr algn="ctr"/>
            <a:r>
              <a:rPr lang="it-IT" sz="2400" i="1" dirty="0">
                <a:solidFill>
                  <a:srgbClr val="0034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Resiliente Low Cost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55AB9E4-6CC2-E18A-DEC7-0B7D10CA5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62449" y="371049"/>
            <a:ext cx="3467100" cy="119147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348C766-DEC6-FC17-A1AE-E1160B573AE3}"/>
              </a:ext>
            </a:extLst>
          </p:cNvPr>
          <p:cNvSpPr txBox="1"/>
          <p:nvPr/>
        </p:nvSpPr>
        <p:spPr>
          <a:xfrm>
            <a:off x="5005797" y="5564326"/>
            <a:ext cx="218040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it-IT" sz="2000" dirty="0">
                <a:solidFill>
                  <a:srgbClr val="0034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Andrea Ferraboli</a:t>
            </a:r>
          </a:p>
          <a:p>
            <a:pPr algn="ctr"/>
            <a:r>
              <a:rPr lang="it-IT" sz="2000" dirty="0">
                <a:solidFill>
                  <a:srgbClr val="0034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Matricola 09985A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51B5696-5933-6F7D-617B-6D94EEA5F03C}"/>
              </a:ext>
            </a:extLst>
          </p:cNvPr>
          <p:cNvSpPr txBox="1"/>
          <p:nvPr/>
        </p:nvSpPr>
        <p:spPr>
          <a:xfrm>
            <a:off x="2398513" y="1682198"/>
            <a:ext cx="7394973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it-IT" sz="2000" i="1" dirty="0">
                <a:solidFill>
                  <a:srgbClr val="00346B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Corso di laurea in Sicurezza dei sistemi e delle reti informatiche</a:t>
            </a:r>
          </a:p>
        </p:txBody>
      </p:sp>
    </p:spTree>
    <p:extLst>
      <p:ext uri="{BB962C8B-B14F-4D97-AF65-F5344CB8AC3E}">
        <p14:creationId xmlns:p14="http://schemas.microsoft.com/office/powerpoint/2010/main" val="1021979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492" y="3041452"/>
            <a:ext cx="6297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Le startup FinTech operano in un mercato estremamente dinamico, gestendo </a:t>
            </a:r>
            <a:r>
              <a:rPr lang="en-US" sz="1458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dati finanziari sensibili</a:t>
            </a:r>
            <a:r>
              <a:rPr lang="en-US" sz="1458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.</a:t>
            </a:r>
            <a:endParaRPr lang="en-US" sz="145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233492" y="3858915"/>
            <a:ext cx="6297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Sfruttano il cloud (in particolare </a:t>
            </a:r>
            <a:r>
              <a:rPr lang="en-US" sz="1458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Amazon Web Services</a:t>
            </a:r>
            <a:r>
              <a:rPr lang="en-US" sz="1458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) per ottenere agilità, scalabilità e riduzione dei costi operativi.</a:t>
            </a:r>
            <a:endParaRPr lang="en-US" sz="145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233492" y="4676379"/>
            <a:ext cx="6297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Il caso di studio analizza </a:t>
            </a:r>
            <a:r>
              <a:rPr lang="en-US" sz="1458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"Finanz"</a:t>
            </a:r>
            <a:r>
              <a:rPr lang="en-US" sz="1458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, una startup fintech italiana la cui infrastruttura è interamente basata su AWS.</a:t>
            </a:r>
            <a:endParaRPr lang="en-US" sz="145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640" y="190500"/>
            <a:ext cx="982861" cy="33010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24503859-0D9C-3D70-3E3B-A62E816DDAF2}"/>
              </a:ext>
            </a:extLst>
          </p:cNvPr>
          <p:cNvSpPr txBox="1"/>
          <p:nvPr/>
        </p:nvSpPr>
        <p:spPr>
          <a:xfrm>
            <a:off x="5121822" y="1287126"/>
            <a:ext cx="65965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Lo Scenario: Una Startup </a:t>
            </a:r>
          </a:p>
          <a:p>
            <a:r>
              <a:rPr lang="en-US" sz="360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Fintech </a:t>
            </a:r>
            <a:r>
              <a:rPr lang="en-US" sz="3600" b="1" dirty="0" err="1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su</a:t>
            </a:r>
            <a:r>
              <a:rPr lang="en-US" sz="360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 AWS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1D80423-E012-4DFC-A313-0150D99E83B7}"/>
              </a:ext>
            </a:extLst>
          </p:cNvPr>
          <p:cNvSpPr/>
          <p:nvPr/>
        </p:nvSpPr>
        <p:spPr>
          <a:xfrm>
            <a:off x="10677525" y="6372225"/>
            <a:ext cx="1447800" cy="466725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-1984"/>
            <a:ext cx="4572000" cy="6859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421" y="1091754"/>
            <a:ext cx="4171157" cy="417115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21097" y="1761630"/>
            <a:ext cx="499964" cy="512961"/>
          </a:xfrm>
          <a:prstGeom prst="roundRect">
            <a:avLst>
              <a:gd name="adj" fmla="val 18671"/>
            </a:avLst>
          </a:prstGeom>
          <a:solidFill>
            <a:srgbClr val="ECE6E6"/>
          </a:solidFill>
          <a:ln w="7620">
            <a:solidFill>
              <a:srgbClr val="D2CCCC"/>
            </a:solidFill>
            <a:prstDash val="solid"/>
          </a:ln>
        </p:spPr>
        <p:txBody>
          <a:bodyPr/>
          <a:lstStyle/>
          <a:p>
            <a:endParaRPr lang="it-IT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61" y="1791693"/>
            <a:ext cx="361474" cy="45184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81398" y="1816695"/>
            <a:ext cx="2004616" cy="250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TENSIONE STRATEGICA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1181397" y="2163366"/>
            <a:ext cx="5778302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ea typeface="Sora Light"/>
                <a:cs typeface="Arial" panose="020B0604020202020204" pitchFamily="34" charset="0"/>
              </a:rPr>
              <a:t>La necessità di innovare e crescere rapidamente si scontra con l'imperativo di proteggere dati critici e rispettare le normative.</a:t>
            </a:r>
          </a:p>
        </p:txBody>
      </p:sp>
      <p:sp>
        <p:nvSpPr>
          <p:cNvPr id="9" name="Shape 4"/>
          <p:cNvSpPr/>
          <p:nvPr/>
        </p:nvSpPr>
        <p:spPr>
          <a:xfrm>
            <a:off x="521097" y="3162102"/>
            <a:ext cx="499964" cy="512961"/>
          </a:xfrm>
          <a:prstGeom prst="roundRect">
            <a:avLst>
              <a:gd name="adj" fmla="val 18671"/>
            </a:avLst>
          </a:prstGeom>
          <a:solidFill>
            <a:srgbClr val="ECE6E6"/>
          </a:solidFill>
          <a:ln w="7620">
            <a:solidFill>
              <a:srgbClr val="D2CCCC"/>
            </a:solidFill>
            <a:prstDash val="solid"/>
          </a:ln>
        </p:spPr>
        <p:txBody>
          <a:bodyPr/>
          <a:lstStyle/>
          <a:p>
            <a:endParaRPr lang="it-IT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61" y="3192165"/>
            <a:ext cx="361473" cy="4518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1398" y="3217169"/>
            <a:ext cx="2004616" cy="250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RISORSE LIMITATE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181397" y="3563839"/>
            <a:ext cx="5778302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Budget e personale specializzato in cybersecurity sono scarsi, portando all'accumulo di </a:t>
            </a:r>
            <a:r>
              <a:rPr lang="en-US" sz="1600" b="1" i="1" dirty="0">
                <a:solidFill>
                  <a:schemeClr val="tx2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"debito di sicurezza"</a:t>
            </a:r>
            <a:r>
              <a:rPr lang="en-US" sz="1600" i="1" dirty="0">
                <a:solidFill>
                  <a:schemeClr val="tx2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.</a:t>
            </a:r>
            <a:endParaRPr lang="en-US" sz="16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521096" y="4554141"/>
            <a:ext cx="499964" cy="512961"/>
          </a:xfrm>
          <a:prstGeom prst="roundRect">
            <a:avLst>
              <a:gd name="adj" fmla="val 18671"/>
            </a:avLst>
          </a:prstGeom>
          <a:solidFill>
            <a:srgbClr val="ECE6E6"/>
          </a:solidFill>
          <a:ln w="7620">
            <a:solidFill>
              <a:srgbClr val="D2CCCC"/>
            </a:solidFill>
            <a:prstDash val="solid"/>
          </a:ln>
        </p:spPr>
        <p:txBody>
          <a:bodyPr/>
          <a:lstStyle/>
          <a:p>
            <a:endParaRPr lang="it-IT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181397" y="4554141"/>
            <a:ext cx="2821782" cy="250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AMBIENTE DINAMICO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Elemento grafico 20" descr="Connessioni contorno">
            <a:extLst>
              <a:ext uri="{FF2B5EF4-FFF2-40B4-BE49-F238E27FC236}">
                <a16:creationId xmlns:a16="http://schemas.microsoft.com/office/drawing/2014/main" id="{3926CC45-9796-54D8-9D17-6CC1670392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687" y="4554865"/>
            <a:ext cx="512961" cy="512961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8AABCE4-25C9-4D88-794E-3C80D32F8684}"/>
              </a:ext>
            </a:extLst>
          </p:cNvPr>
          <p:cNvSpPr txBox="1"/>
          <p:nvPr/>
        </p:nvSpPr>
        <p:spPr>
          <a:xfrm>
            <a:off x="322946" y="484620"/>
            <a:ext cx="66367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Il </a:t>
            </a:r>
            <a:r>
              <a:rPr lang="en-US" sz="3200" b="1" dirty="0" err="1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Problema</a:t>
            </a:r>
            <a:r>
              <a:rPr lang="en-US" sz="320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: </a:t>
            </a:r>
            <a:r>
              <a:rPr lang="en-US" sz="3200" b="1" dirty="0" err="1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Bilanciare</a:t>
            </a:r>
            <a:r>
              <a:rPr lang="en-US" sz="320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Crescita</a:t>
            </a:r>
            <a:r>
              <a:rPr lang="en-US" sz="320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 </a:t>
            </a:r>
          </a:p>
          <a:p>
            <a:r>
              <a:rPr lang="en-US" sz="320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e</a:t>
            </a:r>
            <a:r>
              <a:rPr lang="it-IT" sz="320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 Sicurezza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0E8B45F-1DAD-0856-D711-8279E474F969}"/>
              </a:ext>
            </a:extLst>
          </p:cNvPr>
          <p:cNvSpPr txBox="1"/>
          <p:nvPr/>
        </p:nvSpPr>
        <p:spPr>
          <a:xfrm>
            <a:off x="1105198" y="4964312"/>
            <a:ext cx="51908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tx2"/>
                </a:solidFill>
                <a:latin typeface="Arial" panose="020B0604020202020204" pitchFamily="34" charset="0"/>
                <a:ea typeface="Sora Light"/>
                <a:cs typeface="Arial" panose="020B0604020202020204" pitchFamily="34" charset="0"/>
              </a:rPr>
              <a:t>L'ambiente startup espone a un elevato rischio di </a:t>
            </a:r>
            <a:r>
              <a:rPr lang="it-IT" sz="1600" b="1" i="1" dirty="0">
                <a:solidFill>
                  <a:schemeClr val="tx2"/>
                </a:solidFill>
                <a:latin typeface="Arial" panose="020B0604020202020204" pitchFamily="34" charset="0"/>
                <a:ea typeface="Sora Light"/>
                <a:cs typeface="Arial" panose="020B0604020202020204" pitchFamily="34" charset="0"/>
              </a:rPr>
              <a:t>insider </a:t>
            </a:r>
            <a:r>
              <a:rPr lang="it-IT" sz="1600" b="1" i="1" dirty="0" err="1">
                <a:solidFill>
                  <a:schemeClr val="tx2"/>
                </a:solidFill>
                <a:latin typeface="Arial" panose="020B0604020202020204" pitchFamily="34" charset="0"/>
                <a:ea typeface="Sora Light"/>
                <a:cs typeface="Arial" panose="020B0604020202020204" pitchFamily="34" charset="0"/>
              </a:rPr>
              <a:t>threat</a:t>
            </a:r>
            <a:r>
              <a:rPr lang="it-IT" sz="1600" dirty="0">
                <a:solidFill>
                  <a:schemeClr val="tx2"/>
                </a:solidFill>
                <a:latin typeface="Arial" panose="020B0604020202020204" pitchFamily="34" charset="0"/>
                <a:ea typeface="Sora Light"/>
                <a:cs typeface="Arial" panose="020B0604020202020204" pitchFamily="34" charset="0"/>
              </a:rPr>
              <a:t>, a causa di dinamiche relazionali informali, ruoli non rigidamente definiti, assenza di policy di accesso rigorose e modelli di sicurezza non ancora strutturati.</a:t>
            </a:r>
          </a:p>
          <a:p>
            <a:endParaRPr lang="it-IT" sz="1600" dirty="0">
              <a:solidFill>
                <a:schemeClr val="tx2"/>
              </a:solidFill>
              <a:latin typeface="Arial" panose="020B0604020202020204" pitchFamily="34" charset="0"/>
              <a:ea typeface="Sora Ligh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B5E5F-E7BB-C76F-A313-92B2CAA5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e 6">
            <a:extLst>
              <a:ext uri="{FF2B5EF4-FFF2-40B4-BE49-F238E27FC236}">
                <a16:creationId xmlns:a16="http://schemas.microsoft.com/office/drawing/2014/main" id="{586C324E-ECEE-C896-F7CA-12158EC5C3AF}"/>
              </a:ext>
            </a:extLst>
          </p:cNvPr>
          <p:cNvSpPr/>
          <p:nvPr/>
        </p:nvSpPr>
        <p:spPr>
          <a:xfrm>
            <a:off x="4770708" y="1058982"/>
            <a:ext cx="2649334" cy="58411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19557539-6442-1ED0-A3CB-B7777CB92635}"/>
              </a:ext>
            </a:extLst>
          </p:cNvPr>
          <p:cNvSpPr/>
          <p:nvPr/>
        </p:nvSpPr>
        <p:spPr>
          <a:xfrm rot="18336575">
            <a:off x="4703526" y="-116885"/>
            <a:ext cx="2649334" cy="831754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C0651397-9A80-06AA-3D00-2067D46028D0}"/>
              </a:ext>
            </a:extLst>
          </p:cNvPr>
          <p:cNvSpPr/>
          <p:nvPr/>
        </p:nvSpPr>
        <p:spPr>
          <a:xfrm rot="3399966">
            <a:off x="4894026" y="-135935"/>
            <a:ext cx="2649334" cy="831754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7FBF5B0-6F58-83BF-9099-E9DEDB913535}"/>
              </a:ext>
            </a:extLst>
          </p:cNvPr>
          <p:cNvSpPr/>
          <p:nvPr/>
        </p:nvSpPr>
        <p:spPr>
          <a:xfrm>
            <a:off x="2799316" y="86043"/>
            <a:ext cx="6593368" cy="563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167"/>
              </a:lnSpc>
            </a:pPr>
            <a:r>
              <a:rPr lang="en-US" sz="3333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Best Practices </a:t>
            </a:r>
            <a:r>
              <a:rPr lang="en-US" sz="3333" dirty="0" err="1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infrastruttura</a:t>
            </a:r>
            <a:r>
              <a:rPr lang="en-US" sz="3333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 AWS</a:t>
            </a:r>
            <a:endParaRPr lang="en-US" sz="3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BA88A064-F307-6D24-E322-4789DC689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640" y="190500"/>
            <a:ext cx="982861" cy="330101"/>
          </a:xfrm>
          <a:prstGeom prst="rect">
            <a:avLst/>
          </a:prstGeom>
        </p:spPr>
      </p:pic>
      <p:grpSp>
        <p:nvGrpSpPr>
          <p:cNvPr id="59" name="Elemento grafico 23">
            <a:extLst>
              <a:ext uri="{FF2B5EF4-FFF2-40B4-BE49-F238E27FC236}">
                <a16:creationId xmlns:a16="http://schemas.microsoft.com/office/drawing/2014/main" id="{FB9DC511-8CA8-A967-1642-65D3BF2C2D9D}"/>
              </a:ext>
            </a:extLst>
          </p:cNvPr>
          <p:cNvGrpSpPr/>
          <p:nvPr/>
        </p:nvGrpSpPr>
        <p:grpSpPr>
          <a:xfrm rot="10800000">
            <a:off x="12460350" y="66117"/>
            <a:ext cx="5067306" cy="2270885"/>
            <a:chOff x="3911735" y="961786"/>
            <a:chExt cx="4459754" cy="2022006"/>
          </a:xfrm>
        </p:grpSpPr>
        <p:sp>
          <p:nvSpPr>
            <p:cNvPr id="60" name="Figura a mano libera: forma 59">
              <a:extLst>
                <a:ext uri="{FF2B5EF4-FFF2-40B4-BE49-F238E27FC236}">
                  <a16:creationId xmlns:a16="http://schemas.microsoft.com/office/drawing/2014/main" id="{EE009DAE-F9D2-9B6F-40DC-4A0865F674C2}"/>
                </a:ext>
              </a:extLst>
            </p:cNvPr>
            <p:cNvSpPr/>
            <p:nvPr/>
          </p:nvSpPr>
          <p:spPr>
            <a:xfrm rot="21076040">
              <a:off x="5183317" y="1434818"/>
              <a:ext cx="518238" cy="609244"/>
            </a:xfrm>
            <a:custGeom>
              <a:avLst/>
              <a:gdLst>
                <a:gd name="connsiteX0" fmla="*/ 387786 w 518238"/>
                <a:gd name="connsiteY0" fmla="*/ 586057 h 609244"/>
                <a:gd name="connsiteX1" fmla="*/ 504560 w 518238"/>
                <a:gd name="connsiteY1" fmla="*/ 609363 h 609244"/>
                <a:gd name="connsiteX2" fmla="*/ 518474 w 518238"/>
                <a:gd name="connsiteY2" fmla="*/ 491104 h 609244"/>
                <a:gd name="connsiteX3" fmla="*/ 482106 w 518238"/>
                <a:gd name="connsiteY3" fmla="*/ 517530 h 609244"/>
                <a:gd name="connsiteX4" fmla="*/ 385674 w 518238"/>
                <a:gd name="connsiteY4" fmla="*/ 384805 h 609244"/>
                <a:gd name="connsiteX5" fmla="*/ 408260 w 518238"/>
                <a:gd name="connsiteY5" fmla="*/ 93105 h 609244"/>
                <a:gd name="connsiteX6" fmla="*/ 93222 w 518238"/>
                <a:gd name="connsiteY6" fmla="*/ 43211 h 609244"/>
                <a:gd name="connsiteX7" fmla="*/ 43328 w 518238"/>
                <a:gd name="connsiteY7" fmla="*/ 358248 h 609244"/>
                <a:gd name="connsiteX8" fmla="*/ 327322 w 518238"/>
                <a:gd name="connsiteY8" fmla="*/ 427107 h 609244"/>
                <a:gd name="connsiteX9" fmla="*/ 423797 w 518238"/>
                <a:gd name="connsiteY9" fmla="*/ 559894 h 609244"/>
                <a:gd name="connsiteX10" fmla="*/ 387786 w 518238"/>
                <a:gd name="connsiteY10" fmla="*/ 586057 h 60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8238" h="609244">
                  <a:moveTo>
                    <a:pt x="387786" y="586057"/>
                  </a:moveTo>
                  <a:lnTo>
                    <a:pt x="504560" y="609363"/>
                  </a:lnTo>
                  <a:lnTo>
                    <a:pt x="518474" y="491104"/>
                  </a:lnTo>
                  <a:lnTo>
                    <a:pt x="482106" y="517530"/>
                  </a:lnTo>
                  <a:lnTo>
                    <a:pt x="385674" y="384805"/>
                  </a:lnTo>
                  <a:cubicBezTo>
                    <a:pt x="462590" y="307714"/>
                    <a:pt x="474312" y="184017"/>
                    <a:pt x="408260" y="93105"/>
                  </a:cubicBezTo>
                  <a:cubicBezTo>
                    <a:pt x="335040" y="-7668"/>
                    <a:pt x="193996" y="-30009"/>
                    <a:pt x="93222" y="43211"/>
                  </a:cubicBezTo>
                  <a:cubicBezTo>
                    <a:pt x="-7551" y="116424"/>
                    <a:pt x="-29892" y="257475"/>
                    <a:pt x="43328" y="358248"/>
                  </a:cubicBezTo>
                  <a:cubicBezTo>
                    <a:pt x="109286" y="449035"/>
                    <a:pt x="230301" y="476162"/>
                    <a:pt x="327322" y="427107"/>
                  </a:cubicBezTo>
                  <a:lnTo>
                    <a:pt x="423797" y="559894"/>
                  </a:lnTo>
                  <a:lnTo>
                    <a:pt x="387786" y="586057"/>
                  </a:lnTo>
                  <a:close/>
                </a:path>
              </a:pathLst>
            </a:custGeom>
            <a:solidFill>
              <a:srgbClr val="C00000"/>
            </a:solidFill>
            <a:ln w="6252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igura a mano libera: forma 60">
              <a:extLst>
                <a:ext uri="{FF2B5EF4-FFF2-40B4-BE49-F238E27FC236}">
                  <a16:creationId xmlns:a16="http://schemas.microsoft.com/office/drawing/2014/main" id="{0E761889-C45C-DD51-8BA1-EAFF51C9DE9A}"/>
                </a:ext>
              </a:extLst>
            </p:cNvPr>
            <p:cNvSpPr/>
            <p:nvPr/>
          </p:nvSpPr>
          <p:spPr>
            <a:xfrm rot="1055181">
              <a:off x="4877876" y="2109233"/>
              <a:ext cx="676658" cy="451204"/>
            </a:xfrm>
            <a:custGeom>
              <a:avLst/>
              <a:gdLst>
                <a:gd name="connsiteX0" fmla="*/ 618581 w 676658"/>
                <a:gd name="connsiteY0" fmla="*/ 183206 h 451204"/>
                <a:gd name="connsiteX1" fmla="*/ 676833 w 676658"/>
                <a:gd name="connsiteY1" fmla="*/ 79350 h 451204"/>
                <a:gd name="connsiteX2" fmla="*/ 568661 w 676658"/>
                <a:gd name="connsiteY2" fmla="*/ 29568 h 451204"/>
                <a:gd name="connsiteX3" fmla="*/ 582557 w 676658"/>
                <a:gd name="connsiteY3" fmla="*/ 72334 h 451204"/>
                <a:gd name="connsiteX4" fmla="*/ 426526 w 676658"/>
                <a:gd name="connsiteY4" fmla="*/ 123030 h 451204"/>
                <a:gd name="connsiteX5" fmla="*/ 156084 w 676658"/>
                <a:gd name="connsiteY5" fmla="*/ 11406 h 451204"/>
                <a:gd name="connsiteX6" fmla="*/ 11274 w 676658"/>
                <a:gd name="connsiteY6" fmla="*/ 295607 h 451204"/>
                <a:gd name="connsiteX7" fmla="*/ 295474 w 676658"/>
                <a:gd name="connsiteY7" fmla="*/ 440411 h 451204"/>
                <a:gd name="connsiteX8" fmla="*/ 448730 w 676658"/>
                <a:gd name="connsiteY8" fmla="*/ 191595 h 451204"/>
                <a:gd name="connsiteX9" fmla="*/ 604823 w 676658"/>
                <a:gd name="connsiteY9" fmla="*/ 140873 h 451204"/>
                <a:gd name="connsiteX10" fmla="*/ 618581 w 676658"/>
                <a:gd name="connsiteY10" fmla="*/ 183206 h 451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6658" h="451204">
                  <a:moveTo>
                    <a:pt x="618581" y="183206"/>
                  </a:moveTo>
                  <a:lnTo>
                    <a:pt x="676833" y="79350"/>
                  </a:lnTo>
                  <a:lnTo>
                    <a:pt x="568661" y="29568"/>
                  </a:lnTo>
                  <a:lnTo>
                    <a:pt x="582557" y="72334"/>
                  </a:lnTo>
                  <a:lnTo>
                    <a:pt x="426526" y="123030"/>
                  </a:lnTo>
                  <a:cubicBezTo>
                    <a:pt x="376976" y="26048"/>
                    <a:pt x="262959" y="-23321"/>
                    <a:pt x="156084" y="11406"/>
                  </a:cubicBezTo>
                  <a:cubicBezTo>
                    <a:pt x="37618" y="49898"/>
                    <a:pt x="-27219" y="177141"/>
                    <a:pt x="11274" y="295607"/>
                  </a:cubicBezTo>
                  <a:cubicBezTo>
                    <a:pt x="49766" y="414072"/>
                    <a:pt x="177009" y="478903"/>
                    <a:pt x="295474" y="440411"/>
                  </a:cubicBezTo>
                  <a:cubicBezTo>
                    <a:pt x="402199" y="405734"/>
                    <a:pt x="465401" y="299021"/>
                    <a:pt x="448730" y="191595"/>
                  </a:cubicBezTo>
                  <a:lnTo>
                    <a:pt x="604823" y="140873"/>
                  </a:lnTo>
                  <a:lnTo>
                    <a:pt x="618581" y="183206"/>
                  </a:lnTo>
                  <a:close/>
                </a:path>
              </a:pathLst>
            </a:custGeom>
            <a:solidFill>
              <a:srgbClr val="4F92FF"/>
            </a:solidFill>
            <a:ln w="6252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igura a mano libera: forma 61">
              <a:extLst>
                <a:ext uri="{FF2B5EF4-FFF2-40B4-BE49-F238E27FC236}">
                  <a16:creationId xmlns:a16="http://schemas.microsoft.com/office/drawing/2014/main" id="{596DEFCC-F959-E42C-6F03-BD099153D22B}"/>
                </a:ext>
              </a:extLst>
            </p:cNvPr>
            <p:cNvSpPr/>
            <p:nvPr/>
          </p:nvSpPr>
          <p:spPr>
            <a:xfrm rot="10800000">
              <a:off x="5869426" y="1181579"/>
              <a:ext cx="451082" cy="699804"/>
            </a:xfrm>
            <a:custGeom>
              <a:avLst/>
              <a:gdLst>
                <a:gd name="connsiteX0" fmla="*/ 306650 w 451082"/>
                <a:gd name="connsiteY0" fmla="*/ 87874 h 699804"/>
                <a:gd name="connsiteX1" fmla="*/ 225875 w 451082"/>
                <a:gd name="connsiteY1" fmla="*/ 382 h 699804"/>
                <a:gd name="connsiteX2" fmla="*/ 145100 w 451082"/>
                <a:gd name="connsiteY2" fmla="*/ 87874 h 699804"/>
                <a:gd name="connsiteX3" fmla="*/ 190064 w 451082"/>
                <a:gd name="connsiteY3" fmla="*/ 87874 h 699804"/>
                <a:gd name="connsiteX4" fmla="*/ 190064 w 451082"/>
                <a:gd name="connsiteY4" fmla="*/ 251930 h 699804"/>
                <a:gd name="connsiteX5" fmla="*/ 334 w 451082"/>
                <a:gd name="connsiteY5" fmla="*/ 474645 h 699804"/>
                <a:gd name="connsiteX6" fmla="*/ 225875 w 451082"/>
                <a:gd name="connsiteY6" fmla="*/ 700187 h 699804"/>
                <a:gd name="connsiteX7" fmla="*/ 451416 w 451082"/>
                <a:gd name="connsiteY7" fmla="*/ 474645 h 699804"/>
                <a:gd name="connsiteX8" fmla="*/ 262131 w 451082"/>
                <a:gd name="connsiteY8" fmla="*/ 252005 h 699804"/>
                <a:gd name="connsiteX9" fmla="*/ 262131 w 451082"/>
                <a:gd name="connsiteY9" fmla="*/ 87874 h 699804"/>
                <a:gd name="connsiteX10" fmla="*/ 306650 w 451082"/>
                <a:gd name="connsiteY10" fmla="*/ 87874 h 699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1082" h="699804">
                  <a:moveTo>
                    <a:pt x="306650" y="87874"/>
                  </a:moveTo>
                  <a:lnTo>
                    <a:pt x="225875" y="382"/>
                  </a:lnTo>
                  <a:lnTo>
                    <a:pt x="145100" y="87874"/>
                  </a:lnTo>
                  <a:lnTo>
                    <a:pt x="190064" y="87874"/>
                  </a:lnTo>
                  <a:lnTo>
                    <a:pt x="190064" y="251930"/>
                  </a:lnTo>
                  <a:cubicBezTo>
                    <a:pt x="82519" y="269090"/>
                    <a:pt x="334" y="362270"/>
                    <a:pt x="334" y="474645"/>
                  </a:cubicBezTo>
                  <a:cubicBezTo>
                    <a:pt x="334" y="599207"/>
                    <a:pt x="101314" y="700187"/>
                    <a:pt x="225875" y="700187"/>
                  </a:cubicBezTo>
                  <a:cubicBezTo>
                    <a:pt x="350437" y="700187"/>
                    <a:pt x="451416" y="599207"/>
                    <a:pt x="451416" y="474645"/>
                  </a:cubicBezTo>
                  <a:cubicBezTo>
                    <a:pt x="451416" y="362426"/>
                    <a:pt x="369457" y="269347"/>
                    <a:pt x="262131" y="252005"/>
                  </a:cubicBezTo>
                  <a:lnTo>
                    <a:pt x="262131" y="87874"/>
                  </a:lnTo>
                  <a:lnTo>
                    <a:pt x="306650" y="87874"/>
                  </a:lnTo>
                  <a:close/>
                </a:path>
              </a:pathLst>
            </a:custGeom>
            <a:solidFill>
              <a:srgbClr val="4E88E7"/>
            </a:solidFill>
            <a:ln w="6252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igura a mano libera: forma 62">
              <a:extLst>
                <a:ext uri="{FF2B5EF4-FFF2-40B4-BE49-F238E27FC236}">
                  <a16:creationId xmlns:a16="http://schemas.microsoft.com/office/drawing/2014/main" id="{6A9D2F0B-07B3-5BC2-002D-A952AF5B726B}"/>
                </a:ext>
              </a:extLst>
            </p:cNvPr>
            <p:cNvSpPr/>
            <p:nvPr/>
          </p:nvSpPr>
          <p:spPr>
            <a:xfrm rot="20553299">
              <a:off x="6629496" y="2124410"/>
              <a:ext cx="676653" cy="451204"/>
            </a:xfrm>
            <a:custGeom>
              <a:avLst/>
              <a:gdLst>
                <a:gd name="connsiteX0" fmla="*/ 108630 w 676653"/>
                <a:gd name="connsiteY0" fmla="*/ 29568 h 451204"/>
                <a:gd name="connsiteX1" fmla="*/ 458 w 676653"/>
                <a:gd name="connsiteY1" fmla="*/ 79350 h 451204"/>
                <a:gd name="connsiteX2" fmla="*/ 58710 w 676653"/>
                <a:gd name="connsiteY2" fmla="*/ 183205 h 451204"/>
                <a:gd name="connsiteX3" fmla="*/ 72606 w 676653"/>
                <a:gd name="connsiteY3" fmla="*/ 140446 h 451204"/>
                <a:gd name="connsiteX4" fmla="*/ 228630 w 676653"/>
                <a:gd name="connsiteY4" fmla="*/ 191143 h 451204"/>
                <a:gd name="connsiteX5" fmla="*/ 381817 w 676653"/>
                <a:gd name="connsiteY5" fmla="*/ 440410 h 451204"/>
                <a:gd name="connsiteX6" fmla="*/ 666011 w 676653"/>
                <a:gd name="connsiteY6" fmla="*/ 295606 h 451204"/>
                <a:gd name="connsiteX7" fmla="*/ 521207 w 676653"/>
                <a:gd name="connsiteY7" fmla="*/ 11405 h 451204"/>
                <a:gd name="connsiteX8" fmla="*/ 250971 w 676653"/>
                <a:gd name="connsiteY8" fmla="*/ 122622 h 451204"/>
                <a:gd name="connsiteX9" fmla="*/ 94872 w 676653"/>
                <a:gd name="connsiteY9" fmla="*/ 71901 h 451204"/>
                <a:gd name="connsiteX10" fmla="*/ 108630 w 676653"/>
                <a:gd name="connsiteY10" fmla="*/ 29568 h 451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6653" h="451204">
                  <a:moveTo>
                    <a:pt x="108630" y="29568"/>
                  </a:moveTo>
                  <a:lnTo>
                    <a:pt x="458" y="79350"/>
                  </a:lnTo>
                  <a:lnTo>
                    <a:pt x="58710" y="183205"/>
                  </a:lnTo>
                  <a:lnTo>
                    <a:pt x="72606" y="140446"/>
                  </a:lnTo>
                  <a:lnTo>
                    <a:pt x="228630" y="191143"/>
                  </a:lnTo>
                  <a:cubicBezTo>
                    <a:pt x="211715" y="298726"/>
                    <a:pt x="274941" y="405683"/>
                    <a:pt x="381817" y="440410"/>
                  </a:cubicBezTo>
                  <a:cubicBezTo>
                    <a:pt x="500282" y="478902"/>
                    <a:pt x="627519" y="414072"/>
                    <a:pt x="666011" y="295606"/>
                  </a:cubicBezTo>
                  <a:cubicBezTo>
                    <a:pt x="704503" y="177134"/>
                    <a:pt x="639673" y="49898"/>
                    <a:pt x="521207" y="11405"/>
                  </a:cubicBezTo>
                  <a:cubicBezTo>
                    <a:pt x="414483" y="-23271"/>
                    <a:pt x="300634" y="25909"/>
                    <a:pt x="250971" y="122622"/>
                  </a:cubicBezTo>
                  <a:lnTo>
                    <a:pt x="94872" y="71901"/>
                  </a:lnTo>
                  <a:lnTo>
                    <a:pt x="108630" y="29568"/>
                  </a:lnTo>
                  <a:close/>
                </a:path>
              </a:pathLst>
            </a:custGeom>
            <a:solidFill>
              <a:srgbClr val="507FCC"/>
            </a:solidFill>
            <a:ln w="6252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igura a mano libera: forma 63">
              <a:extLst>
                <a:ext uri="{FF2B5EF4-FFF2-40B4-BE49-F238E27FC236}">
                  <a16:creationId xmlns:a16="http://schemas.microsoft.com/office/drawing/2014/main" id="{EDC8762E-DC49-B541-C0A6-B39D1E830584}"/>
                </a:ext>
              </a:extLst>
            </p:cNvPr>
            <p:cNvSpPr/>
            <p:nvPr/>
          </p:nvSpPr>
          <p:spPr>
            <a:xfrm rot="264648">
              <a:off x="6514906" y="1408587"/>
              <a:ext cx="518240" cy="609244"/>
            </a:xfrm>
            <a:custGeom>
              <a:avLst/>
              <a:gdLst>
                <a:gd name="connsiteX0" fmla="*/ 422 w 518240"/>
                <a:gd name="connsiteY0" fmla="*/ 491104 h 609244"/>
                <a:gd name="connsiteX1" fmla="*/ 14337 w 518240"/>
                <a:gd name="connsiteY1" fmla="*/ 609363 h 609244"/>
                <a:gd name="connsiteX2" fmla="*/ 131111 w 518240"/>
                <a:gd name="connsiteY2" fmla="*/ 586057 h 609244"/>
                <a:gd name="connsiteX3" fmla="*/ 94736 w 518240"/>
                <a:gd name="connsiteY3" fmla="*/ 559631 h 609244"/>
                <a:gd name="connsiteX4" fmla="*/ 191167 w 518240"/>
                <a:gd name="connsiteY4" fmla="*/ 426906 h 609244"/>
                <a:gd name="connsiteX5" fmla="*/ 475575 w 518240"/>
                <a:gd name="connsiteY5" fmla="*/ 358248 h 609244"/>
                <a:gd name="connsiteX6" fmla="*/ 425674 w 518240"/>
                <a:gd name="connsiteY6" fmla="*/ 43211 h 609244"/>
                <a:gd name="connsiteX7" fmla="*/ 110637 w 518240"/>
                <a:gd name="connsiteY7" fmla="*/ 93105 h 609244"/>
                <a:gd name="connsiteX8" fmla="*/ 132902 w 518240"/>
                <a:gd name="connsiteY8" fmla="*/ 384486 h 609244"/>
                <a:gd name="connsiteX9" fmla="*/ 36433 w 518240"/>
                <a:gd name="connsiteY9" fmla="*/ 517267 h 609244"/>
                <a:gd name="connsiteX10" fmla="*/ 422 w 518240"/>
                <a:gd name="connsiteY10" fmla="*/ 491104 h 60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8240" h="609244">
                  <a:moveTo>
                    <a:pt x="422" y="491104"/>
                  </a:moveTo>
                  <a:lnTo>
                    <a:pt x="14337" y="609363"/>
                  </a:lnTo>
                  <a:lnTo>
                    <a:pt x="131111" y="586057"/>
                  </a:lnTo>
                  <a:lnTo>
                    <a:pt x="94736" y="559631"/>
                  </a:lnTo>
                  <a:lnTo>
                    <a:pt x="191167" y="426906"/>
                  </a:lnTo>
                  <a:cubicBezTo>
                    <a:pt x="288256" y="476237"/>
                    <a:pt x="409516" y="449160"/>
                    <a:pt x="475575" y="358248"/>
                  </a:cubicBezTo>
                  <a:cubicBezTo>
                    <a:pt x="548788" y="257469"/>
                    <a:pt x="526447" y="116424"/>
                    <a:pt x="425674" y="43211"/>
                  </a:cubicBezTo>
                  <a:cubicBezTo>
                    <a:pt x="324901" y="-30009"/>
                    <a:pt x="183856" y="-7668"/>
                    <a:pt x="110637" y="93105"/>
                  </a:cubicBezTo>
                  <a:cubicBezTo>
                    <a:pt x="44678" y="183892"/>
                    <a:pt x="56275" y="307370"/>
                    <a:pt x="132902" y="384486"/>
                  </a:cubicBezTo>
                  <a:lnTo>
                    <a:pt x="36433" y="517267"/>
                  </a:lnTo>
                  <a:lnTo>
                    <a:pt x="422" y="491104"/>
                  </a:lnTo>
                  <a:close/>
                </a:path>
              </a:pathLst>
            </a:custGeom>
            <a:solidFill>
              <a:srgbClr val="415C87"/>
            </a:solidFill>
            <a:ln w="6252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igura a mano libera: forma 64">
              <a:extLst>
                <a:ext uri="{FF2B5EF4-FFF2-40B4-BE49-F238E27FC236}">
                  <a16:creationId xmlns:a16="http://schemas.microsoft.com/office/drawing/2014/main" id="{791DBE5C-C344-C17C-5515-A23919FE5AB6}"/>
                </a:ext>
              </a:extLst>
            </p:cNvPr>
            <p:cNvSpPr/>
            <p:nvPr/>
          </p:nvSpPr>
          <p:spPr>
            <a:xfrm rot="10800000">
              <a:off x="5561357" y="1937386"/>
              <a:ext cx="1085760" cy="1046406"/>
            </a:xfrm>
            <a:custGeom>
              <a:avLst/>
              <a:gdLst>
                <a:gd name="connsiteX0" fmla="*/ 298 w 902164"/>
                <a:gd name="connsiteY0" fmla="*/ 451301 h 902165"/>
                <a:gd name="connsiteX1" fmla="*/ 451380 w 902164"/>
                <a:gd name="connsiteY1" fmla="*/ 902383 h 902165"/>
                <a:gd name="connsiteX2" fmla="*/ 902463 w 902164"/>
                <a:gd name="connsiteY2" fmla="*/ 451301 h 902165"/>
                <a:gd name="connsiteX3" fmla="*/ 451380 w 902164"/>
                <a:gd name="connsiteY3" fmla="*/ 218 h 902165"/>
                <a:gd name="connsiteX4" fmla="*/ 298 w 902164"/>
                <a:gd name="connsiteY4" fmla="*/ 451301 h 902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164" h="902165">
                  <a:moveTo>
                    <a:pt x="298" y="451301"/>
                  </a:moveTo>
                  <a:cubicBezTo>
                    <a:pt x="298" y="700427"/>
                    <a:pt x="202255" y="902383"/>
                    <a:pt x="451380" y="902383"/>
                  </a:cubicBezTo>
                  <a:cubicBezTo>
                    <a:pt x="700506" y="902383"/>
                    <a:pt x="902463" y="700427"/>
                    <a:pt x="902463" y="451301"/>
                  </a:cubicBezTo>
                  <a:cubicBezTo>
                    <a:pt x="902463" y="202175"/>
                    <a:pt x="700506" y="218"/>
                    <a:pt x="451380" y="218"/>
                  </a:cubicBezTo>
                  <a:cubicBezTo>
                    <a:pt x="202255" y="218"/>
                    <a:pt x="298" y="202175"/>
                    <a:pt x="298" y="451301"/>
                  </a:cubicBezTo>
                </a:path>
              </a:pathLst>
            </a:custGeom>
            <a:solidFill>
              <a:schemeClr val="accent1"/>
            </a:solidFill>
            <a:ln w="6252" cap="rnd">
              <a:noFill/>
              <a:prstDash val="solid"/>
              <a:round/>
            </a:ln>
          </p:spPr>
          <p:txBody>
            <a:bodyPr rtlCol="0" anchor="b"/>
            <a:lstStyle/>
            <a:p>
              <a:pPr algn="ctr"/>
              <a:r>
                <a:rPr lang="it-IT" sz="12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Least</a:t>
              </a:r>
              <a:r>
                <a:rPr lang="it-IT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it-IT" sz="12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Privilege</a:t>
              </a:r>
              <a:r>
                <a:rPr lang="it-IT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Zero trust</a:t>
              </a:r>
            </a:p>
          </p:txBody>
        </p:sp>
        <p:sp>
          <p:nvSpPr>
            <p:cNvPr id="67" name="CasellaDiTesto 66">
              <a:extLst>
                <a:ext uri="{FF2B5EF4-FFF2-40B4-BE49-F238E27FC236}">
                  <a16:creationId xmlns:a16="http://schemas.microsoft.com/office/drawing/2014/main" id="{D5AA7B7B-7D3A-0507-A031-3C3776DA5084}"/>
                </a:ext>
              </a:extLst>
            </p:cNvPr>
            <p:cNvSpPr txBox="1"/>
            <p:nvPr/>
          </p:nvSpPr>
          <p:spPr>
            <a:xfrm rot="10800000">
              <a:off x="4345858" y="1279962"/>
              <a:ext cx="1035965" cy="698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Modello IAM Avanzato</a:t>
              </a:r>
            </a:p>
          </p:txBody>
        </p:sp>
        <p:sp>
          <p:nvSpPr>
            <p:cNvPr id="69" name="CasellaDiTesto 68">
              <a:extLst>
                <a:ext uri="{FF2B5EF4-FFF2-40B4-BE49-F238E27FC236}">
                  <a16:creationId xmlns:a16="http://schemas.microsoft.com/office/drawing/2014/main" id="{19F9C495-9A6D-C49F-F154-B412CF91C34D}"/>
                </a:ext>
              </a:extLst>
            </p:cNvPr>
            <p:cNvSpPr txBox="1"/>
            <p:nvPr/>
          </p:nvSpPr>
          <p:spPr>
            <a:xfrm rot="10800000">
              <a:off x="6972668" y="1413378"/>
              <a:ext cx="1398821" cy="493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Segmentazione</a:t>
              </a:r>
            </a:p>
            <a:p>
              <a:pPr algn="ctr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 Logica </a:t>
              </a:r>
            </a:p>
          </p:txBody>
        </p:sp>
        <p:sp>
          <p:nvSpPr>
            <p:cNvPr id="71" name="CasellaDiTesto 70">
              <a:extLst>
                <a:ext uri="{FF2B5EF4-FFF2-40B4-BE49-F238E27FC236}">
                  <a16:creationId xmlns:a16="http://schemas.microsoft.com/office/drawing/2014/main" id="{B9B4840C-0F50-5909-AADB-14CA3786370B}"/>
                </a:ext>
              </a:extLst>
            </p:cNvPr>
            <p:cNvSpPr txBox="1"/>
            <p:nvPr/>
          </p:nvSpPr>
          <p:spPr>
            <a:xfrm rot="10800000">
              <a:off x="3911735" y="1962337"/>
              <a:ext cx="1053501" cy="493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VPC Endpoint</a:t>
              </a:r>
            </a:p>
          </p:txBody>
        </p:sp>
        <p:sp>
          <p:nvSpPr>
            <p:cNvPr id="72" name="CasellaDiTesto 71">
              <a:extLst>
                <a:ext uri="{FF2B5EF4-FFF2-40B4-BE49-F238E27FC236}">
                  <a16:creationId xmlns:a16="http://schemas.microsoft.com/office/drawing/2014/main" id="{5CE1E33B-42FF-E9DF-08A0-3BAE5506CE53}"/>
                </a:ext>
              </a:extLst>
            </p:cNvPr>
            <p:cNvSpPr txBox="1"/>
            <p:nvPr/>
          </p:nvSpPr>
          <p:spPr>
            <a:xfrm rot="10800000">
              <a:off x="7082498" y="2037091"/>
              <a:ext cx="767619" cy="493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IAM </a:t>
              </a:r>
              <a:r>
                <a:rPr lang="it-IT" sz="1500" spc="0" baseline="0" dirty="0" err="1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Roles</a:t>
              </a:r>
              <a:endParaRPr lang="it-IT" sz="1500" spc="0" baseline="0" dirty="0">
                <a:ln/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  <a:rtl val="0"/>
              </a:endParaRPr>
            </a:p>
          </p:txBody>
        </p:sp>
        <p:sp>
          <p:nvSpPr>
            <p:cNvPr id="73" name="CasellaDiTesto 72">
              <a:extLst>
                <a:ext uri="{FF2B5EF4-FFF2-40B4-BE49-F238E27FC236}">
                  <a16:creationId xmlns:a16="http://schemas.microsoft.com/office/drawing/2014/main" id="{139CD6DD-C9B9-EA9E-A0A8-3B6DA3AD430A}"/>
                </a:ext>
              </a:extLst>
            </p:cNvPr>
            <p:cNvSpPr txBox="1"/>
            <p:nvPr/>
          </p:nvSpPr>
          <p:spPr>
            <a:xfrm rot="10800000">
              <a:off x="5217265" y="961786"/>
              <a:ext cx="1773946" cy="287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Controlli di Rete</a:t>
              </a:r>
            </a:p>
          </p:txBody>
        </p:sp>
        <p:sp>
          <p:nvSpPr>
            <p:cNvPr id="80" name="Figura a mano libera: forma 79">
              <a:extLst>
                <a:ext uri="{FF2B5EF4-FFF2-40B4-BE49-F238E27FC236}">
                  <a16:creationId xmlns:a16="http://schemas.microsoft.com/office/drawing/2014/main" id="{61B3CBBF-6CE0-F528-A25A-D75B5A8D3BF5}"/>
                </a:ext>
              </a:extLst>
            </p:cNvPr>
            <p:cNvSpPr/>
            <p:nvPr/>
          </p:nvSpPr>
          <p:spPr>
            <a:xfrm>
              <a:off x="5244033" y="1545650"/>
              <a:ext cx="281926" cy="250601"/>
            </a:xfrm>
            <a:custGeom>
              <a:avLst/>
              <a:gdLst>
                <a:gd name="connsiteX0" fmla="*/ 25307 w 281926"/>
                <a:gd name="connsiteY0" fmla="*/ 151745 h 250601"/>
                <a:gd name="connsiteX1" fmla="*/ 50368 w 281926"/>
                <a:gd name="connsiteY1" fmla="*/ 126685 h 250601"/>
                <a:gd name="connsiteX2" fmla="*/ 25307 w 281926"/>
                <a:gd name="connsiteY2" fmla="*/ 101625 h 250601"/>
                <a:gd name="connsiteX3" fmla="*/ 247 w 281926"/>
                <a:gd name="connsiteY3" fmla="*/ 126685 h 250601"/>
                <a:gd name="connsiteX4" fmla="*/ 25307 w 281926"/>
                <a:gd name="connsiteY4" fmla="*/ 151745 h 250601"/>
                <a:gd name="connsiteX5" fmla="*/ 257114 w 281926"/>
                <a:gd name="connsiteY5" fmla="*/ 151745 h 250601"/>
                <a:gd name="connsiteX6" fmla="*/ 282174 w 281926"/>
                <a:gd name="connsiteY6" fmla="*/ 126685 h 250601"/>
                <a:gd name="connsiteX7" fmla="*/ 257114 w 281926"/>
                <a:gd name="connsiteY7" fmla="*/ 101625 h 250601"/>
                <a:gd name="connsiteX8" fmla="*/ 232054 w 281926"/>
                <a:gd name="connsiteY8" fmla="*/ 126685 h 250601"/>
                <a:gd name="connsiteX9" fmla="*/ 257114 w 281926"/>
                <a:gd name="connsiteY9" fmla="*/ 151745 h 250601"/>
                <a:gd name="connsiteX10" fmla="*/ 27608 w 281926"/>
                <a:gd name="connsiteY10" fmla="*/ 101741 h 250601"/>
                <a:gd name="connsiteX11" fmla="*/ 62897 w 281926"/>
                <a:gd name="connsiteY11" fmla="*/ 40226 h 250601"/>
                <a:gd name="connsiteX12" fmla="*/ 254638 w 281926"/>
                <a:gd name="connsiteY12" fmla="*/ 151629 h 250601"/>
                <a:gd name="connsiteX13" fmla="*/ 219269 w 281926"/>
                <a:gd name="connsiteY13" fmla="*/ 212055 h 250601"/>
                <a:gd name="connsiteX14" fmla="*/ 173162 w 281926"/>
                <a:gd name="connsiteY14" fmla="*/ 126681 h 250601"/>
                <a:gd name="connsiteX15" fmla="*/ 183186 w 281926"/>
                <a:gd name="connsiteY15" fmla="*/ 168031 h 250601"/>
                <a:gd name="connsiteX16" fmla="*/ 141837 w 281926"/>
                <a:gd name="connsiteY16" fmla="*/ 158006 h 250601"/>
                <a:gd name="connsiteX17" fmla="*/ 100488 w 281926"/>
                <a:gd name="connsiteY17" fmla="*/ 168031 h 250601"/>
                <a:gd name="connsiteX18" fmla="*/ 110512 w 281926"/>
                <a:gd name="connsiteY18" fmla="*/ 126681 h 250601"/>
                <a:gd name="connsiteX19" fmla="*/ 100488 w 281926"/>
                <a:gd name="connsiteY19" fmla="*/ 85332 h 250601"/>
                <a:gd name="connsiteX20" fmla="*/ 141837 w 281926"/>
                <a:gd name="connsiteY20" fmla="*/ 95356 h 250601"/>
                <a:gd name="connsiteX21" fmla="*/ 183186 w 281926"/>
                <a:gd name="connsiteY21" fmla="*/ 85332 h 250601"/>
                <a:gd name="connsiteX22" fmla="*/ 173162 w 281926"/>
                <a:gd name="connsiteY22" fmla="*/ 126681 h 250601"/>
                <a:gd name="connsiteX23" fmla="*/ 50368 w 281926"/>
                <a:gd name="connsiteY23" fmla="*/ 126685 h 250601"/>
                <a:gd name="connsiteX24" fmla="*/ 110511 w 281926"/>
                <a:gd name="connsiteY24" fmla="*/ 126685 h 250601"/>
                <a:gd name="connsiteX25" fmla="*/ 173161 w 281926"/>
                <a:gd name="connsiteY25" fmla="*/ 126685 h 250601"/>
                <a:gd name="connsiteX26" fmla="*/ 232054 w 281926"/>
                <a:gd name="connsiteY26" fmla="*/ 126685 h 250601"/>
                <a:gd name="connsiteX27" fmla="*/ 25307 w 281926"/>
                <a:gd name="connsiteY27" fmla="*/ 151745 h 250601"/>
                <a:gd name="connsiteX28" fmla="*/ 50368 w 281926"/>
                <a:gd name="connsiteY28" fmla="*/ 126685 h 250601"/>
                <a:gd name="connsiteX29" fmla="*/ 25307 w 281926"/>
                <a:gd name="connsiteY29" fmla="*/ 101625 h 250601"/>
                <a:gd name="connsiteX30" fmla="*/ 247 w 281926"/>
                <a:gd name="connsiteY30" fmla="*/ 126685 h 250601"/>
                <a:gd name="connsiteX31" fmla="*/ 25307 w 281926"/>
                <a:gd name="connsiteY31" fmla="*/ 151745 h 250601"/>
                <a:gd name="connsiteX32" fmla="*/ 257114 w 281926"/>
                <a:gd name="connsiteY32" fmla="*/ 151745 h 250601"/>
                <a:gd name="connsiteX33" fmla="*/ 282174 w 281926"/>
                <a:gd name="connsiteY33" fmla="*/ 126685 h 250601"/>
                <a:gd name="connsiteX34" fmla="*/ 257114 w 281926"/>
                <a:gd name="connsiteY34" fmla="*/ 101625 h 250601"/>
                <a:gd name="connsiteX35" fmla="*/ 232054 w 281926"/>
                <a:gd name="connsiteY35" fmla="*/ 126685 h 250601"/>
                <a:gd name="connsiteX36" fmla="*/ 257114 w 281926"/>
                <a:gd name="connsiteY36" fmla="*/ 151745 h 250601"/>
                <a:gd name="connsiteX37" fmla="*/ 84198 w 281926"/>
                <a:gd name="connsiteY37" fmla="*/ 250731 h 250601"/>
                <a:gd name="connsiteX38" fmla="*/ 109258 w 281926"/>
                <a:gd name="connsiteY38" fmla="*/ 225671 h 250601"/>
                <a:gd name="connsiteX39" fmla="*/ 84198 w 281926"/>
                <a:gd name="connsiteY39" fmla="*/ 200611 h 250601"/>
                <a:gd name="connsiteX40" fmla="*/ 59138 w 281926"/>
                <a:gd name="connsiteY40" fmla="*/ 225671 h 250601"/>
                <a:gd name="connsiteX41" fmla="*/ 84198 w 281926"/>
                <a:gd name="connsiteY41" fmla="*/ 250731 h 250601"/>
                <a:gd name="connsiteX42" fmla="*/ 199475 w 281926"/>
                <a:gd name="connsiteY42" fmla="*/ 50250 h 250601"/>
                <a:gd name="connsiteX43" fmla="*/ 224535 w 281926"/>
                <a:gd name="connsiteY43" fmla="*/ 25190 h 250601"/>
                <a:gd name="connsiteX44" fmla="*/ 199475 w 281926"/>
                <a:gd name="connsiteY44" fmla="*/ 130 h 250601"/>
                <a:gd name="connsiteX45" fmla="*/ 174415 w 281926"/>
                <a:gd name="connsiteY45" fmla="*/ 25190 h 250601"/>
                <a:gd name="connsiteX46" fmla="*/ 199475 w 281926"/>
                <a:gd name="connsiteY46" fmla="*/ 50250 h 250601"/>
                <a:gd name="connsiteX47" fmla="*/ 198221 w 281926"/>
                <a:gd name="connsiteY47" fmla="*/ 250731 h 250601"/>
                <a:gd name="connsiteX48" fmla="*/ 223281 w 281926"/>
                <a:gd name="connsiteY48" fmla="*/ 225671 h 250601"/>
                <a:gd name="connsiteX49" fmla="*/ 198221 w 281926"/>
                <a:gd name="connsiteY49" fmla="*/ 200611 h 250601"/>
                <a:gd name="connsiteX50" fmla="*/ 173161 w 281926"/>
                <a:gd name="connsiteY50" fmla="*/ 225671 h 250601"/>
                <a:gd name="connsiteX51" fmla="*/ 198221 w 281926"/>
                <a:gd name="connsiteY51" fmla="*/ 250731 h 250601"/>
                <a:gd name="connsiteX52" fmla="*/ 82945 w 281926"/>
                <a:gd name="connsiteY52" fmla="*/ 50250 h 250601"/>
                <a:gd name="connsiteX53" fmla="*/ 108006 w 281926"/>
                <a:gd name="connsiteY53" fmla="*/ 25190 h 250601"/>
                <a:gd name="connsiteX54" fmla="*/ 82945 w 281926"/>
                <a:gd name="connsiteY54" fmla="*/ 130 h 250601"/>
                <a:gd name="connsiteX55" fmla="*/ 57885 w 281926"/>
                <a:gd name="connsiteY55" fmla="*/ 25190 h 250601"/>
                <a:gd name="connsiteX56" fmla="*/ 82945 w 281926"/>
                <a:gd name="connsiteY56" fmla="*/ 50250 h 250601"/>
                <a:gd name="connsiteX57" fmla="*/ 105921 w 281926"/>
                <a:gd name="connsiteY57" fmla="*/ 15164 h 250601"/>
                <a:gd name="connsiteX58" fmla="*/ 141211 w 281926"/>
                <a:gd name="connsiteY58" fmla="*/ 10152 h 250601"/>
                <a:gd name="connsiteX59" fmla="*/ 176500 w 281926"/>
                <a:gd name="connsiteY59" fmla="*/ 15164 h 250601"/>
                <a:gd name="connsiteX60" fmla="*/ 176542 w 281926"/>
                <a:gd name="connsiteY60" fmla="*/ 238200 h 250601"/>
                <a:gd name="connsiteX61" fmla="*/ 141211 w 281926"/>
                <a:gd name="connsiteY61" fmla="*/ 243212 h 250601"/>
                <a:gd name="connsiteX62" fmla="*/ 105880 w 281926"/>
                <a:gd name="connsiteY62" fmla="*/ 238200 h 250601"/>
                <a:gd name="connsiteX63" fmla="*/ 220776 w 281926"/>
                <a:gd name="connsiteY63" fmla="*/ 40226 h 250601"/>
                <a:gd name="connsiteX64" fmla="*/ 255861 w 281926"/>
                <a:gd name="connsiteY64" fmla="*/ 100370 h 250601"/>
                <a:gd name="connsiteX65" fmla="*/ 63093 w 281926"/>
                <a:gd name="connsiteY65" fmla="*/ 212065 h 250601"/>
                <a:gd name="connsiteX66" fmla="*/ 27706 w 281926"/>
                <a:gd name="connsiteY66" fmla="*/ 151616 h 25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81926" h="250601">
                  <a:moveTo>
                    <a:pt x="25307" y="151745"/>
                  </a:moveTo>
                  <a:cubicBezTo>
                    <a:pt x="39148" y="151745"/>
                    <a:pt x="50368" y="140526"/>
                    <a:pt x="50368" y="126685"/>
                  </a:cubicBezTo>
                  <a:cubicBezTo>
                    <a:pt x="50368" y="112844"/>
                    <a:pt x="39148" y="101625"/>
                    <a:pt x="25307" y="101625"/>
                  </a:cubicBezTo>
                  <a:cubicBezTo>
                    <a:pt x="11467" y="101625"/>
                    <a:pt x="247" y="112844"/>
                    <a:pt x="247" y="126685"/>
                  </a:cubicBezTo>
                  <a:cubicBezTo>
                    <a:pt x="247" y="140526"/>
                    <a:pt x="11467" y="151745"/>
                    <a:pt x="25307" y="151745"/>
                  </a:cubicBezTo>
                  <a:close/>
                  <a:moveTo>
                    <a:pt x="257114" y="151745"/>
                  </a:moveTo>
                  <a:cubicBezTo>
                    <a:pt x="270954" y="151745"/>
                    <a:pt x="282174" y="140526"/>
                    <a:pt x="282174" y="126685"/>
                  </a:cubicBezTo>
                  <a:cubicBezTo>
                    <a:pt x="282174" y="112844"/>
                    <a:pt x="270954" y="101625"/>
                    <a:pt x="257114" y="101625"/>
                  </a:cubicBezTo>
                  <a:cubicBezTo>
                    <a:pt x="243273" y="101625"/>
                    <a:pt x="232054" y="112844"/>
                    <a:pt x="232054" y="126685"/>
                  </a:cubicBezTo>
                  <a:cubicBezTo>
                    <a:pt x="232054" y="140526"/>
                    <a:pt x="243273" y="151745"/>
                    <a:pt x="257114" y="151745"/>
                  </a:cubicBezTo>
                  <a:close/>
                  <a:moveTo>
                    <a:pt x="27608" y="101741"/>
                  </a:moveTo>
                  <a:cubicBezTo>
                    <a:pt x="32620" y="77934"/>
                    <a:pt x="45355" y="55262"/>
                    <a:pt x="62897" y="40226"/>
                  </a:cubicBezTo>
                  <a:moveTo>
                    <a:pt x="254638" y="151629"/>
                  </a:moveTo>
                  <a:cubicBezTo>
                    <a:pt x="249626" y="175436"/>
                    <a:pt x="236811" y="197019"/>
                    <a:pt x="219269" y="212055"/>
                  </a:cubicBezTo>
                  <a:moveTo>
                    <a:pt x="173162" y="126681"/>
                  </a:moveTo>
                  <a:cubicBezTo>
                    <a:pt x="173162" y="141717"/>
                    <a:pt x="176921" y="155500"/>
                    <a:pt x="183186" y="168031"/>
                  </a:cubicBezTo>
                  <a:cubicBezTo>
                    <a:pt x="170656" y="161765"/>
                    <a:pt x="156873" y="158006"/>
                    <a:pt x="141837" y="158006"/>
                  </a:cubicBezTo>
                  <a:cubicBezTo>
                    <a:pt x="126801" y="158006"/>
                    <a:pt x="113018" y="161765"/>
                    <a:pt x="100488" y="168031"/>
                  </a:cubicBezTo>
                  <a:cubicBezTo>
                    <a:pt x="106753" y="155500"/>
                    <a:pt x="110512" y="141717"/>
                    <a:pt x="110512" y="126681"/>
                  </a:cubicBezTo>
                  <a:cubicBezTo>
                    <a:pt x="110512" y="111645"/>
                    <a:pt x="106753" y="97862"/>
                    <a:pt x="100488" y="85332"/>
                  </a:cubicBezTo>
                  <a:cubicBezTo>
                    <a:pt x="113018" y="91597"/>
                    <a:pt x="126801" y="95356"/>
                    <a:pt x="141837" y="95356"/>
                  </a:cubicBezTo>
                  <a:cubicBezTo>
                    <a:pt x="156873" y="95356"/>
                    <a:pt x="170656" y="91597"/>
                    <a:pt x="183186" y="85332"/>
                  </a:cubicBezTo>
                  <a:cubicBezTo>
                    <a:pt x="176921" y="96609"/>
                    <a:pt x="173162" y="111645"/>
                    <a:pt x="173162" y="126681"/>
                  </a:cubicBezTo>
                  <a:close/>
                  <a:moveTo>
                    <a:pt x="50368" y="126685"/>
                  </a:moveTo>
                  <a:lnTo>
                    <a:pt x="110511" y="126685"/>
                  </a:lnTo>
                  <a:moveTo>
                    <a:pt x="173161" y="126685"/>
                  </a:moveTo>
                  <a:lnTo>
                    <a:pt x="232054" y="126685"/>
                  </a:lnTo>
                  <a:moveTo>
                    <a:pt x="25307" y="151745"/>
                  </a:moveTo>
                  <a:cubicBezTo>
                    <a:pt x="39148" y="151745"/>
                    <a:pt x="50368" y="140526"/>
                    <a:pt x="50368" y="126685"/>
                  </a:cubicBezTo>
                  <a:cubicBezTo>
                    <a:pt x="50368" y="112844"/>
                    <a:pt x="39148" y="101625"/>
                    <a:pt x="25307" y="101625"/>
                  </a:cubicBezTo>
                  <a:cubicBezTo>
                    <a:pt x="11467" y="101625"/>
                    <a:pt x="247" y="112844"/>
                    <a:pt x="247" y="126685"/>
                  </a:cubicBezTo>
                  <a:cubicBezTo>
                    <a:pt x="247" y="140526"/>
                    <a:pt x="11467" y="151745"/>
                    <a:pt x="25307" y="151745"/>
                  </a:cubicBezTo>
                  <a:close/>
                  <a:moveTo>
                    <a:pt x="257114" y="151745"/>
                  </a:moveTo>
                  <a:cubicBezTo>
                    <a:pt x="270954" y="151745"/>
                    <a:pt x="282174" y="140526"/>
                    <a:pt x="282174" y="126685"/>
                  </a:cubicBezTo>
                  <a:cubicBezTo>
                    <a:pt x="282174" y="112844"/>
                    <a:pt x="270954" y="101625"/>
                    <a:pt x="257114" y="101625"/>
                  </a:cubicBezTo>
                  <a:cubicBezTo>
                    <a:pt x="243273" y="101625"/>
                    <a:pt x="232054" y="112844"/>
                    <a:pt x="232054" y="126685"/>
                  </a:cubicBezTo>
                  <a:cubicBezTo>
                    <a:pt x="232054" y="140526"/>
                    <a:pt x="243273" y="151745"/>
                    <a:pt x="257114" y="151745"/>
                  </a:cubicBezTo>
                  <a:close/>
                  <a:moveTo>
                    <a:pt x="84198" y="250731"/>
                  </a:moveTo>
                  <a:cubicBezTo>
                    <a:pt x="98038" y="250731"/>
                    <a:pt x="109258" y="239512"/>
                    <a:pt x="109258" y="225671"/>
                  </a:cubicBezTo>
                  <a:cubicBezTo>
                    <a:pt x="109258" y="211831"/>
                    <a:pt x="98038" y="200611"/>
                    <a:pt x="84198" y="200611"/>
                  </a:cubicBezTo>
                  <a:cubicBezTo>
                    <a:pt x="70358" y="200611"/>
                    <a:pt x="59138" y="211831"/>
                    <a:pt x="59138" y="225671"/>
                  </a:cubicBezTo>
                  <a:cubicBezTo>
                    <a:pt x="59138" y="239512"/>
                    <a:pt x="70358" y="250731"/>
                    <a:pt x="84198" y="250731"/>
                  </a:cubicBezTo>
                  <a:close/>
                  <a:moveTo>
                    <a:pt x="199475" y="50250"/>
                  </a:moveTo>
                  <a:cubicBezTo>
                    <a:pt x="213316" y="50250"/>
                    <a:pt x="224535" y="39031"/>
                    <a:pt x="224535" y="25190"/>
                  </a:cubicBezTo>
                  <a:cubicBezTo>
                    <a:pt x="224535" y="11350"/>
                    <a:pt x="213316" y="130"/>
                    <a:pt x="199475" y="130"/>
                  </a:cubicBezTo>
                  <a:cubicBezTo>
                    <a:pt x="185636" y="130"/>
                    <a:pt x="174415" y="11350"/>
                    <a:pt x="174415" y="25190"/>
                  </a:cubicBezTo>
                  <a:cubicBezTo>
                    <a:pt x="174415" y="39031"/>
                    <a:pt x="185636" y="50250"/>
                    <a:pt x="199475" y="50250"/>
                  </a:cubicBezTo>
                  <a:close/>
                  <a:moveTo>
                    <a:pt x="198221" y="250731"/>
                  </a:moveTo>
                  <a:cubicBezTo>
                    <a:pt x="212062" y="250731"/>
                    <a:pt x="223281" y="239512"/>
                    <a:pt x="223281" y="225671"/>
                  </a:cubicBezTo>
                  <a:cubicBezTo>
                    <a:pt x="223281" y="211831"/>
                    <a:pt x="212062" y="200611"/>
                    <a:pt x="198221" y="200611"/>
                  </a:cubicBezTo>
                  <a:cubicBezTo>
                    <a:pt x="184382" y="200611"/>
                    <a:pt x="173161" y="211831"/>
                    <a:pt x="173161" y="225671"/>
                  </a:cubicBezTo>
                  <a:cubicBezTo>
                    <a:pt x="173161" y="239512"/>
                    <a:pt x="184382" y="250731"/>
                    <a:pt x="198221" y="250731"/>
                  </a:cubicBezTo>
                  <a:close/>
                  <a:moveTo>
                    <a:pt x="82945" y="50250"/>
                  </a:moveTo>
                  <a:cubicBezTo>
                    <a:pt x="96786" y="50250"/>
                    <a:pt x="108006" y="39031"/>
                    <a:pt x="108006" y="25190"/>
                  </a:cubicBezTo>
                  <a:cubicBezTo>
                    <a:pt x="108006" y="11350"/>
                    <a:pt x="96786" y="130"/>
                    <a:pt x="82945" y="130"/>
                  </a:cubicBezTo>
                  <a:cubicBezTo>
                    <a:pt x="69105" y="130"/>
                    <a:pt x="57885" y="11350"/>
                    <a:pt x="57885" y="25190"/>
                  </a:cubicBezTo>
                  <a:cubicBezTo>
                    <a:pt x="57885" y="39031"/>
                    <a:pt x="69105" y="50250"/>
                    <a:pt x="82945" y="50250"/>
                  </a:cubicBezTo>
                  <a:close/>
                  <a:moveTo>
                    <a:pt x="105921" y="15164"/>
                  </a:moveTo>
                  <a:cubicBezTo>
                    <a:pt x="117264" y="11405"/>
                    <a:pt x="129867" y="10152"/>
                    <a:pt x="141211" y="10152"/>
                  </a:cubicBezTo>
                  <a:cubicBezTo>
                    <a:pt x="153815" y="10152"/>
                    <a:pt x="165157" y="11405"/>
                    <a:pt x="176500" y="15164"/>
                  </a:cubicBezTo>
                  <a:moveTo>
                    <a:pt x="176542" y="238200"/>
                  </a:moveTo>
                  <a:cubicBezTo>
                    <a:pt x="165184" y="241959"/>
                    <a:pt x="153828" y="243212"/>
                    <a:pt x="141211" y="243212"/>
                  </a:cubicBezTo>
                  <a:cubicBezTo>
                    <a:pt x="128593" y="243212"/>
                    <a:pt x="117237" y="241959"/>
                    <a:pt x="105880" y="238200"/>
                  </a:cubicBezTo>
                  <a:moveTo>
                    <a:pt x="220776" y="40226"/>
                  </a:moveTo>
                  <a:cubicBezTo>
                    <a:pt x="238319" y="56515"/>
                    <a:pt x="250849" y="76563"/>
                    <a:pt x="255861" y="100370"/>
                  </a:cubicBezTo>
                  <a:moveTo>
                    <a:pt x="63093" y="212065"/>
                  </a:moveTo>
                  <a:cubicBezTo>
                    <a:pt x="45551" y="195776"/>
                    <a:pt x="32718" y="175423"/>
                    <a:pt x="27706" y="151616"/>
                  </a:cubicBezTo>
                </a:path>
              </a:pathLst>
            </a:custGeom>
            <a:noFill/>
            <a:ln w="625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igura a mano libera: forma 80">
              <a:extLst>
                <a:ext uri="{FF2B5EF4-FFF2-40B4-BE49-F238E27FC236}">
                  <a16:creationId xmlns:a16="http://schemas.microsoft.com/office/drawing/2014/main" id="{C50C4093-517A-81DF-5B0A-99324E008FCD}"/>
                </a:ext>
              </a:extLst>
            </p:cNvPr>
            <p:cNvSpPr/>
            <p:nvPr/>
          </p:nvSpPr>
          <p:spPr>
            <a:xfrm>
              <a:off x="6667912" y="1483833"/>
              <a:ext cx="281930" cy="281928"/>
            </a:xfrm>
            <a:custGeom>
              <a:avLst/>
              <a:gdLst>
                <a:gd name="connsiteX0" fmla="*/ 235386 w 281930"/>
                <a:gd name="connsiteY0" fmla="*/ 188083 h 281928"/>
                <a:gd name="connsiteX1" fmla="*/ 276873 w 281930"/>
                <a:gd name="connsiteY1" fmla="*/ 146596 h 281928"/>
                <a:gd name="connsiteX2" fmla="*/ 282375 w 281930"/>
                <a:gd name="connsiteY2" fmla="*/ 133308 h 281928"/>
                <a:gd name="connsiteX3" fmla="*/ 276873 w 281930"/>
                <a:gd name="connsiteY3" fmla="*/ 120020 h 281928"/>
                <a:gd name="connsiteX4" fmla="*/ 250422 w 281930"/>
                <a:gd name="connsiteY4" fmla="*/ 93632 h 281928"/>
                <a:gd name="connsiteX5" fmla="*/ 236763 w 281930"/>
                <a:gd name="connsiteY5" fmla="*/ 111843 h 281928"/>
                <a:gd name="connsiteX6" fmla="*/ 216148 w 281930"/>
                <a:gd name="connsiteY6" fmla="*/ 121496 h 281928"/>
                <a:gd name="connsiteX7" fmla="*/ 193413 w 281930"/>
                <a:gd name="connsiteY7" fmla="*/ 120327 h 281928"/>
                <a:gd name="connsiteX8" fmla="*/ 173896 w 281930"/>
                <a:gd name="connsiteY8" fmla="*/ 108609 h 281928"/>
                <a:gd name="connsiteX9" fmla="*/ 162179 w 281930"/>
                <a:gd name="connsiteY9" fmla="*/ 89093 h 281928"/>
                <a:gd name="connsiteX10" fmla="*/ 161009 w 281930"/>
                <a:gd name="connsiteY10" fmla="*/ 66359 h 281928"/>
                <a:gd name="connsiteX11" fmla="*/ 170663 w 281930"/>
                <a:gd name="connsiteY11" fmla="*/ 45743 h 281928"/>
                <a:gd name="connsiteX12" fmla="*/ 188875 w 281930"/>
                <a:gd name="connsiteY12" fmla="*/ 32084 h 281928"/>
                <a:gd name="connsiteX13" fmla="*/ 162486 w 281930"/>
                <a:gd name="connsiteY13" fmla="*/ 5633 h 281928"/>
                <a:gd name="connsiteX14" fmla="*/ 149198 w 281930"/>
                <a:gd name="connsiteY14" fmla="*/ 130 h 281928"/>
                <a:gd name="connsiteX15" fmla="*/ 135910 w 281930"/>
                <a:gd name="connsiteY15" fmla="*/ 5633 h 281928"/>
                <a:gd name="connsiteX16" fmla="*/ 94423 w 281930"/>
                <a:gd name="connsiteY16" fmla="*/ 47120 h 281928"/>
                <a:gd name="connsiteX17" fmla="*/ 86504 w 281930"/>
                <a:gd name="connsiteY17" fmla="*/ 21015 h 281928"/>
                <a:gd name="connsiteX18" fmla="*/ 65416 w 281930"/>
                <a:gd name="connsiteY18" fmla="*/ 3709 h 281928"/>
                <a:gd name="connsiteX19" fmla="*/ 38268 w 281930"/>
                <a:gd name="connsiteY19" fmla="*/ 1035 h 281928"/>
                <a:gd name="connsiteX20" fmla="*/ 14209 w 281930"/>
                <a:gd name="connsiteY20" fmla="*/ 13895 h 281928"/>
                <a:gd name="connsiteX21" fmla="*/ 1350 w 281930"/>
                <a:gd name="connsiteY21" fmla="*/ 37953 h 281928"/>
                <a:gd name="connsiteX22" fmla="*/ 4024 w 281930"/>
                <a:gd name="connsiteY22" fmla="*/ 65102 h 281928"/>
                <a:gd name="connsiteX23" fmla="*/ 21330 w 281930"/>
                <a:gd name="connsiteY23" fmla="*/ 86189 h 281928"/>
                <a:gd name="connsiteX24" fmla="*/ 47435 w 281930"/>
                <a:gd name="connsiteY24" fmla="*/ 94108 h 281928"/>
                <a:gd name="connsiteX25" fmla="*/ 5948 w 281930"/>
                <a:gd name="connsiteY25" fmla="*/ 135595 h 281928"/>
                <a:gd name="connsiteX26" fmla="*/ 445 w 281930"/>
                <a:gd name="connsiteY26" fmla="*/ 148883 h 281928"/>
                <a:gd name="connsiteX27" fmla="*/ 5948 w 281930"/>
                <a:gd name="connsiteY27" fmla="*/ 162171 h 281928"/>
                <a:gd name="connsiteX28" fmla="*/ 32399 w 281930"/>
                <a:gd name="connsiteY28" fmla="*/ 188560 h 281928"/>
                <a:gd name="connsiteX29" fmla="*/ 46057 w 281930"/>
                <a:gd name="connsiteY29" fmla="*/ 170348 h 281928"/>
                <a:gd name="connsiteX30" fmla="*/ 66673 w 281930"/>
                <a:gd name="connsiteY30" fmla="*/ 160695 h 281928"/>
                <a:gd name="connsiteX31" fmla="*/ 89407 w 281930"/>
                <a:gd name="connsiteY31" fmla="*/ 161864 h 281928"/>
                <a:gd name="connsiteX32" fmla="*/ 108924 w 281930"/>
                <a:gd name="connsiteY32" fmla="*/ 173582 h 281928"/>
                <a:gd name="connsiteX33" fmla="*/ 120642 w 281930"/>
                <a:gd name="connsiteY33" fmla="*/ 193099 h 281928"/>
                <a:gd name="connsiteX34" fmla="*/ 121811 w 281930"/>
                <a:gd name="connsiteY34" fmla="*/ 215833 h 281928"/>
                <a:gd name="connsiteX35" fmla="*/ 112157 w 281930"/>
                <a:gd name="connsiteY35" fmla="*/ 236448 h 281928"/>
                <a:gd name="connsiteX36" fmla="*/ 93946 w 281930"/>
                <a:gd name="connsiteY36" fmla="*/ 250107 h 281928"/>
                <a:gd name="connsiteX37" fmla="*/ 120335 w 281930"/>
                <a:gd name="connsiteY37" fmla="*/ 276508 h 281928"/>
                <a:gd name="connsiteX38" fmla="*/ 133623 w 281930"/>
                <a:gd name="connsiteY38" fmla="*/ 282011 h 281928"/>
                <a:gd name="connsiteX39" fmla="*/ 146912 w 281930"/>
                <a:gd name="connsiteY39" fmla="*/ 276508 h 281928"/>
                <a:gd name="connsiteX40" fmla="*/ 188399 w 281930"/>
                <a:gd name="connsiteY40" fmla="*/ 235071 h 281928"/>
                <a:gd name="connsiteX41" fmla="*/ 196316 w 281930"/>
                <a:gd name="connsiteY41" fmla="*/ 261176 h 281928"/>
                <a:gd name="connsiteX42" fmla="*/ 217404 w 281930"/>
                <a:gd name="connsiteY42" fmla="*/ 278482 h 281928"/>
                <a:gd name="connsiteX43" fmla="*/ 244552 w 281930"/>
                <a:gd name="connsiteY43" fmla="*/ 281156 h 281928"/>
                <a:gd name="connsiteX44" fmla="*/ 268611 w 281930"/>
                <a:gd name="connsiteY44" fmla="*/ 268296 h 281928"/>
                <a:gd name="connsiteX45" fmla="*/ 281471 w 281930"/>
                <a:gd name="connsiteY45" fmla="*/ 244238 h 281928"/>
                <a:gd name="connsiteX46" fmla="*/ 278797 w 281930"/>
                <a:gd name="connsiteY46" fmla="*/ 217089 h 281928"/>
                <a:gd name="connsiteX47" fmla="*/ 261490 w 281930"/>
                <a:gd name="connsiteY47" fmla="*/ 196002 h 281928"/>
                <a:gd name="connsiteX48" fmla="*/ 235386 w 281930"/>
                <a:gd name="connsiteY48" fmla="*/ 188083 h 281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81930" h="281928">
                  <a:moveTo>
                    <a:pt x="235386" y="188083"/>
                  </a:moveTo>
                  <a:lnTo>
                    <a:pt x="276873" y="146596"/>
                  </a:lnTo>
                  <a:cubicBezTo>
                    <a:pt x="280397" y="143072"/>
                    <a:pt x="282375" y="138291"/>
                    <a:pt x="282375" y="133308"/>
                  </a:cubicBezTo>
                  <a:cubicBezTo>
                    <a:pt x="282375" y="128324"/>
                    <a:pt x="280397" y="123545"/>
                    <a:pt x="276873" y="120020"/>
                  </a:cubicBezTo>
                  <a:lnTo>
                    <a:pt x="250422" y="93632"/>
                  </a:lnTo>
                  <a:cubicBezTo>
                    <a:pt x="247430" y="100730"/>
                    <a:pt x="242740" y="106984"/>
                    <a:pt x="236763" y="111843"/>
                  </a:cubicBezTo>
                  <a:cubicBezTo>
                    <a:pt x="230787" y="116702"/>
                    <a:pt x="223707" y="120018"/>
                    <a:pt x="216148" y="121496"/>
                  </a:cubicBezTo>
                  <a:cubicBezTo>
                    <a:pt x="208588" y="122976"/>
                    <a:pt x="200781" y="122575"/>
                    <a:pt x="193413" y="120327"/>
                  </a:cubicBezTo>
                  <a:cubicBezTo>
                    <a:pt x="186045" y="118079"/>
                    <a:pt x="179343" y="114056"/>
                    <a:pt x="173896" y="108609"/>
                  </a:cubicBezTo>
                  <a:cubicBezTo>
                    <a:pt x="168451" y="103162"/>
                    <a:pt x="164426" y="96460"/>
                    <a:pt x="162179" y="89093"/>
                  </a:cubicBezTo>
                  <a:cubicBezTo>
                    <a:pt x="159931" y="81725"/>
                    <a:pt x="159529" y="73918"/>
                    <a:pt x="161009" y="66359"/>
                  </a:cubicBezTo>
                  <a:cubicBezTo>
                    <a:pt x="162489" y="58799"/>
                    <a:pt x="165804" y="51720"/>
                    <a:pt x="170663" y="45743"/>
                  </a:cubicBezTo>
                  <a:cubicBezTo>
                    <a:pt x="175523" y="39766"/>
                    <a:pt x="181776" y="35075"/>
                    <a:pt x="188875" y="32084"/>
                  </a:cubicBezTo>
                  <a:lnTo>
                    <a:pt x="162486" y="5633"/>
                  </a:lnTo>
                  <a:cubicBezTo>
                    <a:pt x="158962" y="2110"/>
                    <a:pt x="154181" y="130"/>
                    <a:pt x="149198" y="130"/>
                  </a:cubicBezTo>
                  <a:cubicBezTo>
                    <a:pt x="144214" y="130"/>
                    <a:pt x="139434" y="2110"/>
                    <a:pt x="135910" y="5633"/>
                  </a:cubicBezTo>
                  <a:lnTo>
                    <a:pt x="94423" y="47120"/>
                  </a:lnTo>
                  <a:cubicBezTo>
                    <a:pt x="94423" y="37827"/>
                    <a:pt x="91667" y="28742"/>
                    <a:pt x="86504" y="21015"/>
                  </a:cubicBezTo>
                  <a:cubicBezTo>
                    <a:pt x="81341" y="13288"/>
                    <a:pt x="74002" y="7265"/>
                    <a:pt x="65416" y="3709"/>
                  </a:cubicBezTo>
                  <a:cubicBezTo>
                    <a:pt x="56830" y="153"/>
                    <a:pt x="47383" y="-778"/>
                    <a:pt x="38268" y="1035"/>
                  </a:cubicBezTo>
                  <a:cubicBezTo>
                    <a:pt x="29153" y="2848"/>
                    <a:pt x="20781" y="7323"/>
                    <a:pt x="14209" y="13895"/>
                  </a:cubicBezTo>
                  <a:cubicBezTo>
                    <a:pt x="7638" y="20466"/>
                    <a:pt x="3163" y="28839"/>
                    <a:pt x="1350" y="37953"/>
                  </a:cubicBezTo>
                  <a:cubicBezTo>
                    <a:pt x="-463" y="47068"/>
                    <a:pt x="467" y="56516"/>
                    <a:pt x="4024" y="65102"/>
                  </a:cubicBezTo>
                  <a:cubicBezTo>
                    <a:pt x="7580" y="73687"/>
                    <a:pt x="13603" y="81026"/>
                    <a:pt x="21330" y="86189"/>
                  </a:cubicBezTo>
                  <a:cubicBezTo>
                    <a:pt x="29057" y="91352"/>
                    <a:pt x="38141" y="94108"/>
                    <a:pt x="47435" y="94108"/>
                  </a:cubicBezTo>
                  <a:lnTo>
                    <a:pt x="5948" y="135595"/>
                  </a:lnTo>
                  <a:cubicBezTo>
                    <a:pt x="2424" y="139120"/>
                    <a:pt x="445" y="143899"/>
                    <a:pt x="445" y="148883"/>
                  </a:cubicBezTo>
                  <a:cubicBezTo>
                    <a:pt x="445" y="153866"/>
                    <a:pt x="2424" y="158647"/>
                    <a:pt x="5948" y="162171"/>
                  </a:cubicBezTo>
                  <a:lnTo>
                    <a:pt x="32399" y="188560"/>
                  </a:lnTo>
                  <a:cubicBezTo>
                    <a:pt x="35390" y="181461"/>
                    <a:pt x="40081" y="175208"/>
                    <a:pt x="46057" y="170348"/>
                  </a:cubicBezTo>
                  <a:cubicBezTo>
                    <a:pt x="52034" y="165489"/>
                    <a:pt x="59114" y="162174"/>
                    <a:pt x="66673" y="160695"/>
                  </a:cubicBezTo>
                  <a:cubicBezTo>
                    <a:pt x="74232" y="159215"/>
                    <a:pt x="82040" y="159616"/>
                    <a:pt x="89407" y="161864"/>
                  </a:cubicBezTo>
                  <a:cubicBezTo>
                    <a:pt x="96775" y="164111"/>
                    <a:pt x="103477" y="168136"/>
                    <a:pt x="108924" y="173582"/>
                  </a:cubicBezTo>
                  <a:cubicBezTo>
                    <a:pt x="114370" y="179029"/>
                    <a:pt x="118394" y="185732"/>
                    <a:pt x="120642" y="193099"/>
                  </a:cubicBezTo>
                  <a:cubicBezTo>
                    <a:pt x="122889" y="200466"/>
                    <a:pt x="123291" y="208273"/>
                    <a:pt x="121811" y="215833"/>
                  </a:cubicBezTo>
                  <a:cubicBezTo>
                    <a:pt x="120331" y="223392"/>
                    <a:pt x="117016" y="230471"/>
                    <a:pt x="112157" y="236448"/>
                  </a:cubicBezTo>
                  <a:cubicBezTo>
                    <a:pt x="107298" y="242425"/>
                    <a:pt x="101045" y="247116"/>
                    <a:pt x="93946" y="250107"/>
                  </a:cubicBezTo>
                  <a:lnTo>
                    <a:pt x="120335" y="276508"/>
                  </a:lnTo>
                  <a:cubicBezTo>
                    <a:pt x="123859" y="280032"/>
                    <a:pt x="128639" y="282011"/>
                    <a:pt x="133623" y="282011"/>
                  </a:cubicBezTo>
                  <a:cubicBezTo>
                    <a:pt x="138607" y="282011"/>
                    <a:pt x="143387" y="280032"/>
                    <a:pt x="146912" y="276508"/>
                  </a:cubicBezTo>
                  <a:lnTo>
                    <a:pt x="188399" y="235071"/>
                  </a:lnTo>
                  <a:cubicBezTo>
                    <a:pt x="188399" y="244365"/>
                    <a:pt x="191154" y="253449"/>
                    <a:pt x="196316" y="261176"/>
                  </a:cubicBezTo>
                  <a:cubicBezTo>
                    <a:pt x="201480" y="268904"/>
                    <a:pt x="208819" y="274926"/>
                    <a:pt x="217404" y="278482"/>
                  </a:cubicBezTo>
                  <a:cubicBezTo>
                    <a:pt x="225990" y="282039"/>
                    <a:pt x="235438" y="282969"/>
                    <a:pt x="244552" y="281156"/>
                  </a:cubicBezTo>
                  <a:cubicBezTo>
                    <a:pt x="253668" y="279342"/>
                    <a:pt x="262040" y="274868"/>
                    <a:pt x="268611" y="268296"/>
                  </a:cubicBezTo>
                  <a:cubicBezTo>
                    <a:pt x="275183" y="261725"/>
                    <a:pt x="279658" y="253353"/>
                    <a:pt x="281471" y="244238"/>
                  </a:cubicBezTo>
                  <a:cubicBezTo>
                    <a:pt x="283284" y="235124"/>
                    <a:pt x="282353" y="225676"/>
                    <a:pt x="278797" y="217089"/>
                  </a:cubicBezTo>
                  <a:cubicBezTo>
                    <a:pt x="275241" y="208504"/>
                    <a:pt x="269217" y="201165"/>
                    <a:pt x="261490" y="196002"/>
                  </a:cubicBezTo>
                  <a:cubicBezTo>
                    <a:pt x="253764" y="190839"/>
                    <a:pt x="244679" y="188083"/>
                    <a:pt x="235386" y="188083"/>
                  </a:cubicBezTo>
                  <a:close/>
                </a:path>
              </a:pathLst>
            </a:custGeom>
            <a:noFill/>
            <a:ln w="625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igura a mano libera: forma 81">
              <a:extLst>
                <a:ext uri="{FF2B5EF4-FFF2-40B4-BE49-F238E27FC236}">
                  <a16:creationId xmlns:a16="http://schemas.microsoft.com/office/drawing/2014/main" id="{472F3F4B-A6C3-0B56-BFCB-9BA36A835401}"/>
                </a:ext>
              </a:extLst>
            </p:cNvPr>
            <p:cNvSpPr/>
            <p:nvPr/>
          </p:nvSpPr>
          <p:spPr>
            <a:xfrm rot="10800000">
              <a:off x="5885615" y="2365917"/>
              <a:ext cx="468410" cy="527999"/>
            </a:xfrm>
            <a:custGeom>
              <a:avLst/>
              <a:gdLst>
                <a:gd name="connsiteX0" fmla="*/ 366925 w 413618"/>
                <a:gd name="connsiteY0" fmla="*/ 233437 h 394735"/>
                <a:gd name="connsiteX1" fmla="*/ 413912 w 413618"/>
                <a:gd name="connsiteY1" fmla="*/ 157336 h 394735"/>
                <a:gd name="connsiteX2" fmla="*/ 385872 w 413618"/>
                <a:gd name="connsiteY2" fmla="*/ 93989 h 394735"/>
                <a:gd name="connsiteX3" fmla="*/ 320801 w 413618"/>
                <a:gd name="connsiteY3" fmla="*/ 70221 h 394735"/>
                <a:gd name="connsiteX4" fmla="*/ 207166 w 413618"/>
                <a:gd name="connsiteY4" fmla="*/ 265 h 394735"/>
                <a:gd name="connsiteX5" fmla="*/ 81709 w 413618"/>
                <a:gd name="connsiteY5" fmla="*/ 115085 h 394735"/>
                <a:gd name="connsiteX6" fmla="*/ 25905 w 413618"/>
                <a:gd name="connsiteY6" fmla="*/ 127889 h 394735"/>
                <a:gd name="connsiteX7" fmla="*/ 420 w 413618"/>
                <a:gd name="connsiteY7" fmla="*/ 179157 h 394735"/>
                <a:gd name="connsiteX8" fmla="*/ 47408 w 413618"/>
                <a:gd name="connsiteY8" fmla="*/ 240843 h 394735"/>
                <a:gd name="connsiteX9" fmla="*/ 207166 w 413618"/>
                <a:gd name="connsiteY9" fmla="*/ 207012 h 394735"/>
                <a:gd name="connsiteX10" fmla="*/ 207166 w 413618"/>
                <a:gd name="connsiteY10" fmla="*/ 319782 h 394735"/>
                <a:gd name="connsiteX11" fmla="*/ 263551 w 413618"/>
                <a:gd name="connsiteY11" fmla="*/ 263397 h 394735"/>
                <a:gd name="connsiteX12" fmla="*/ 150781 w 413618"/>
                <a:gd name="connsiteY12" fmla="*/ 263397 h 394735"/>
                <a:gd name="connsiteX13" fmla="*/ 217222 w 413618"/>
                <a:gd name="connsiteY13" fmla="*/ 393083 h 394735"/>
                <a:gd name="connsiteX14" fmla="*/ 227615 w 413618"/>
                <a:gd name="connsiteY14" fmla="*/ 389117 h 394735"/>
                <a:gd name="connsiteX15" fmla="*/ 319937 w 413618"/>
                <a:gd name="connsiteY15" fmla="*/ 270013 h 394735"/>
                <a:gd name="connsiteX16" fmla="*/ 319937 w 413618"/>
                <a:gd name="connsiteY16" fmla="*/ 206185 h 394735"/>
                <a:gd name="connsiteX17" fmla="*/ 308133 w 413618"/>
                <a:gd name="connsiteY17" fmla="*/ 188179 h 394735"/>
                <a:gd name="connsiteX18" fmla="*/ 206753 w 413618"/>
                <a:gd name="connsiteY18" fmla="*/ 169384 h 394735"/>
                <a:gd name="connsiteX19" fmla="*/ 106180 w 413618"/>
                <a:gd name="connsiteY19" fmla="*/ 188179 h 394735"/>
                <a:gd name="connsiteX20" fmla="*/ 94396 w 413618"/>
                <a:gd name="connsiteY20" fmla="*/ 206185 h 394735"/>
                <a:gd name="connsiteX21" fmla="*/ 94396 w 413618"/>
                <a:gd name="connsiteY21" fmla="*/ 269956 h 394735"/>
                <a:gd name="connsiteX22" fmla="*/ 185890 w 413618"/>
                <a:gd name="connsiteY22" fmla="*/ 389080 h 394735"/>
                <a:gd name="connsiteX23" fmla="*/ 196284 w 413618"/>
                <a:gd name="connsiteY23" fmla="*/ 393045 h 394735"/>
                <a:gd name="connsiteX24" fmla="*/ 217222 w 413618"/>
                <a:gd name="connsiteY24" fmla="*/ 393083 h 394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13618" h="394735">
                  <a:moveTo>
                    <a:pt x="366925" y="233437"/>
                  </a:moveTo>
                  <a:cubicBezTo>
                    <a:pt x="396437" y="219795"/>
                    <a:pt x="414937" y="189833"/>
                    <a:pt x="413912" y="157336"/>
                  </a:cubicBezTo>
                  <a:cubicBezTo>
                    <a:pt x="413556" y="133289"/>
                    <a:pt x="403434" y="110420"/>
                    <a:pt x="385872" y="93989"/>
                  </a:cubicBezTo>
                  <a:cubicBezTo>
                    <a:pt x="368310" y="77558"/>
                    <a:pt x="344819" y="68978"/>
                    <a:pt x="320801" y="70221"/>
                  </a:cubicBezTo>
                  <a:cubicBezTo>
                    <a:pt x="299386" y="27119"/>
                    <a:pt x="255294" y="-25"/>
                    <a:pt x="207166" y="265"/>
                  </a:cubicBezTo>
                  <a:cubicBezTo>
                    <a:pt x="141581" y="-615"/>
                    <a:pt x="86628" y="49678"/>
                    <a:pt x="81709" y="115085"/>
                  </a:cubicBezTo>
                  <a:cubicBezTo>
                    <a:pt x="62129" y="110780"/>
                    <a:pt x="41650" y="115479"/>
                    <a:pt x="25905" y="127889"/>
                  </a:cubicBezTo>
                  <a:cubicBezTo>
                    <a:pt x="10161" y="140299"/>
                    <a:pt x="808" y="159113"/>
                    <a:pt x="420" y="179157"/>
                  </a:cubicBezTo>
                  <a:cubicBezTo>
                    <a:pt x="-1143" y="208453"/>
                    <a:pt x="18749" y="234567"/>
                    <a:pt x="47408" y="240843"/>
                  </a:cubicBezTo>
                  <a:moveTo>
                    <a:pt x="207166" y="207012"/>
                  </a:moveTo>
                  <a:lnTo>
                    <a:pt x="207166" y="319782"/>
                  </a:lnTo>
                  <a:moveTo>
                    <a:pt x="263551" y="263397"/>
                  </a:moveTo>
                  <a:lnTo>
                    <a:pt x="150781" y="263397"/>
                  </a:lnTo>
                  <a:moveTo>
                    <a:pt x="217222" y="393083"/>
                  </a:moveTo>
                  <a:lnTo>
                    <a:pt x="227615" y="389117"/>
                  </a:lnTo>
                  <a:cubicBezTo>
                    <a:pt x="277046" y="370322"/>
                    <a:pt x="319937" y="322902"/>
                    <a:pt x="319937" y="270013"/>
                  </a:cubicBezTo>
                  <a:lnTo>
                    <a:pt x="319937" y="206185"/>
                  </a:lnTo>
                  <a:cubicBezTo>
                    <a:pt x="319940" y="198367"/>
                    <a:pt x="315303" y="191294"/>
                    <a:pt x="308133" y="188179"/>
                  </a:cubicBezTo>
                  <a:cubicBezTo>
                    <a:pt x="275693" y="176055"/>
                    <a:pt x="241383" y="169695"/>
                    <a:pt x="206753" y="169384"/>
                  </a:cubicBezTo>
                  <a:cubicBezTo>
                    <a:pt x="172383" y="169678"/>
                    <a:pt x="138336" y="176041"/>
                    <a:pt x="106180" y="188179"/>
                  </a:cubicBezTo>
                  <a:cubicBezTo>
                    <a:pt x="99018" y="191299"/>
                    <a:pt x="94389" y="198372"/>
                    <a:pt x="94396" y="206185"/>
                  </a:cubicBezTo>
                  <a:lnTo>
                    <a:pt x="94396" y="269956"/>
                  </a:lnTo>
                  <a:cubicBezTo>
                    <a:pt x="94396" y="322846"/>
                    <a:pt x="136459" y="370247"/>
                    <a:pt x="185890" y="389080"/>
                  </a:cubicBezTo>
                  <a:lnTo>
                    <a:pt x="196284" y="393045"/>
                  </a:lnTo>
                  <a:cubicBezTo>
                    <a:pt x="203022" y="395624"/>
                    <a:pt x="210474" y="395637"/>
                    <a:pt x="217222" y="393083"/>
                  </a:cubicBezTo>
                  <a:close/>
                </a:path>
              </a:pathLst>
            </a:custGeom>
            <a:noFill/>
            <a:ln w="625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igura a mano libera: forma 82">
              <a:extLst>
                <a:ext uri="{FF2B5EF4-FFF2-40B4-BE49-F238E27FC236}">
                  <a16:creationId xmlns:a16="http://schemas.microsoft.com/office/drawing/2014/main" id="{59729179-6E7E-0426-720F-62C4F11FE510}"/>
                </a:ext>
              </a:extLst>
            </p:cNvPr>
            <p:cNvSpPr/>
            <p:nvPr/>
          </p:nvSpPr>
          <p:spPr>
            <a:xfrm rot="10620337">
              <a:off x="4964518" y="2177335"/>
              <a:ext cx="275672" cy="288357"/>
            </a:xfrm>
            <a:custGeom>
              <a:avLst/>
              <a:gdLst>
                <a:gd name="connsiteX0" fmla="*/ 274955 w 275672"/>
                <a:gd name="connsiteY0" fmla="*/ 268249 h 288357"/>
                <a:gd name="connsiteX1" fmla="*/ 248016 w 275672"/>
                <a:gd name="connsiteY1" fmla="*/ 192067 h 288357"/>
                <a:gd name="connsiteX2" fmla="*/ 233857 w 275672"/>
                <a:gd name="connsiteY2" fmla="*/ 182043 h 288357"/>
                <a:gd name="connsiteX3" fmla="*/ 211428 w 275672"/>
                <a:gd name="connsiteY3" fmla="*/ 182043 h 288357"/>
                <a:gd name="connsiteX4" fmla="*/ 217442 w 275672"/>
                <a:gd name="connsiteY4" fmla="*/ 200587 h 288357"/>
                <a:gd name="connsiteX5" fmla="*/ 214310 w 275672"/>
                <a:gd name="connsiteY5" fmla="*/ 213117 h 288357"/>
                <a:gd name="connsiteX6" fmla="*/ 138002 w 275672"/>
                <a:gd name="connsiteY6" fmla="*/ 238177 h 288357"/>
                <a:gd name="connsiteX7" fmla="*/ 61694 w 275672"/>
                <a:gd name="connsiteY7" fmla="*/ 213117 h 288357"/>
                <a:gd name="connsiteX8" fmla="*/ 58561 w 275672"/>
                <a:gd name="connsiteY8" fmla="*/ 200587 h 288357"/>
                <a:gd name="connsiteX9" fmla="*/ 64576 w 275672"/>
                <a:gd name="connsiteY9" fmla="*/ 182043 h 288357"/>
                <a:gd name="connsiteX10" fmla="*/ 42147 w 275672"/>
                <a:gd name="connsiteY10" fmla="*/ 182043 h 288357"/>
                <a:gd name="connsiteX11" fmla="*/ 27988 w 275672"/>
                <a:gd name="connsiteY11" fmla="*/ 192067 h 288357"/>
                <a:gd name="connsiteX12" fmla="*/ 1048 w 275672"/>
                <a:gd name="connsiteY12" fmla="*/ 268249 h 288357"/>
                <a:gd name="connsiteX13" fmla="*/ 3053 w 275672"/>
                <a:gd name="connsiteY13" fmla="*/ 282283 h 288357"/>
                <a:gd name="connsiteX14" fmla="*/ 15583 w 275672"/>
                <a:gd name="connsiteY14" fmla="*/ 288674 h 288357"/>
                <a:gd name="connsiteX15" fmla="*/ 260546 w 275672"/>
                <a:gd name="connsiteY15" fmla="*/ 288674 h 288357"/>
                <a:gd name="connsiteX16" fmla="*/ 273076 w 275672"/>
                <a:gd name="connsiteY16" fmla="*/ 282283 h 288357"/>
                <a:gd name="connsiteX17" fmla="*/ 274955 w 275672"/>
                <a:gd name="connsiteY17" fmla="*/ 268250 h 288357"/>
                <a:gd name="connsiteX18" fmla="*/ 167322 w 275672"/>
                <a:gd name="connsiteY18" fmla="*/ 43460 h 288357"/>
                <a:gd name="connsiteX19" fmla="*/ 158426 w 275672"/>
                <a:gd name="connsiteY19" fmla="*/ 15267 h 288357"/>
                <a:gd name="connsiteX20" fmla="*/ 138002 w 275672"/>
                <a:gd name="connsiteY20" fmla="*/ 318 h 288357"/>
                <a:gd name="connsiteX21" fmla="*/ 117578 w 275672"/>
                <a:gd name="connsiteY21" fmla="*/ 15267 h 288357"/>
                <a:gd name="connsiteX22" fmla="*/ 108681 w 275672"/>
                <a:gd name="connsiteY22" fmla="*/ 43460 h 288357"/>
                <a:gd name="connsiteX23" fmla="*/ 138002 w 275672"/>
                <a:gd name="connsiteY23" fmla="*/ 50477 h 288357"/>
                <a:gd name="connsiteX24" fmla="*/ 167322 w 275672"/>
                <a:gd name="connsiteY24" fmla="*/ 43460 h 288357"/>
                <a:gd name="connsiteX25" fmla="*/ 182985 w 275672"/>
                <a:gd name="connsiteY25" fmla="*/ 92578 h 288357"/>
                <a:gd name="connsiteX26" fmla="*/ 93019 w 275672"/>
                <a:gd name="connsiteY26" fmla="*/ 92578 h 288357"/>
                <a:gd name="connsiteX27" fmla="*/ 74098 w 275672"/>
                <a:gd name="connsiteY27" fmla="*/ 151970 h 288357"/>
                <a:gd name="connsiteX28" fmla="*/ 138002 w 275672"/>
                <a:gd name="connsiteY28" fmla="*/ 169513 h 288357"/>
                <a:gd name="connsiteX29" fmla="*/ 201905 w 275672"/>
                <a:gd name="connsiteY29" fmla="*/ 151970 h 288357"/>
                <a:gd name="connsiteX30" fmla="*/ 64576 w 275672"/>
                <a:gd name="connsiteY30" fmla="*/ 182043 h 288357"/>
                <a:gd name="connsiteX31" fmla="*/ 108681 w 275672"/>
                <a:gd name="connsiteY31" fmla="*/ 43460 h 288357"/>
                <a:gd name="connsiteX32" fmla="*/ 211428 w 275672"/>
                <a:gd name="connsiteY32" fmla="*/ 182043 h 288357"/>
                <a:gd name="connsiteX33" fmla="*/ 167322 w 275672"/>
                <a:gd name="connsiteY33" fmla="*/ 43460 h 28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5672" h="288357">
                  <a:moveTo>
                    <a:pt x="274955" y="268249"/>
                  </a:moveTo>
                  <a:lnTo>
                    <a:pt x="248016" y="192067"/>
                  </a:lnTo>
                  <a:cubicBezTo>
                    <a:pt x="245894" y="186065"/>
                    <a:pt x="240223" y="182050"/>
                    <a:pt x="233857" y="182043"/>
                  </a:cubicBezTo>
                  <a:lnTo>
                    <a:pt x="211428" y="182043"/>
                  </a:lnTo>
                  <a:lnTo>
                    <a:pt x="217442" y="200587"/>
                  </a:lnTo>
                  <a:cubicBezTo>
                    <a:pt x="218797" y="205022"/>
                    <a:pt x="217592" y="209842"/>
                    <a:pt x="214310" y="213117"/>
                  </a:cubicBezTo>
                  <a:cubicBezTo>
                    <a:pt x="205163" y="222264"/>
                    <a:pt x="182859" y="238177"/>
                    <a:pt x="138002" y="238177"/>
                  </a:cubicBezTo>
                  <a:cubicBezTo>
                    <a:pt x="93144" y="238177"/>
                    <a:pt x="70841" y="222139"/>
                    <a:pt x="61694" y="213117"/>
                  </a:cubicBezTo>
                  <a:cubicBezTo>
                    <a:pt x="58411" y="209842"/>
                    <a:pt x="57206" y="205022"/>
                    <a:pt x="58561" y="200587"/>
                  </a:cubicBezTo>
                  <a:lnTo>
                    <a:pt x="64576" y="182043"/>
                  </a:lnTo>
                  <a:lnTo>
                    <a:pt x="42147" y="182043"/>
                  </a:lnTo>
                  <a:cubicBezTo>
                    <a:pt x="35781" y="182050"/>
                    <a:pt x="30110" y="186065"/>
                    <a:pt x="27988" y="192067"/>
                  </a:cubicBezTo>
                  <a:lnTo>
                    <a:pt x="1048" y="268249"/>
                  </a:lnTo>
                  <a:cubicBezTo>
                    <a:pt x="-602" y="272975"/>
                    <a:pt x="145" y="278208"/>
                    <a:pt x="3053" y="282283"/>
                  </a:cubicBezTo>
                  <a:cubicBezTo>
                    <a:pt x="5914" y="286356"/>
                    <a:pt x="10606" y="288749"/>
                    <a:pt x="15583" y="288674"/>
                  </a:cubicBezTo>
                  <a:lnTo>
                    <a:pt x="260546" y="288674"/>
                  </a:lnTo>
                  <a:cubicBezTo>
                    <a:pt x="265523" y="288749"/>
                    <a:pt x="270214" y="286356"/>
                    <a:pt x="273076" y="282283"/>
                  </a:cubicBezTo>
                  <a:cubicBezTo>
                    <a:pt x="275941" y="278187"/>
                    <a:pt x="276642" y="272955"/>
                    <a:pt x="274955" y="268250"/>
                  </a:cubicBezTo>
                  <a:close/>
                  <a:moveTo>
                    <a:pt x="167322" y="43460"/>
                  </a:moveTo>
                  <a:lnTo>
                    <a:pt x="158426" y="15267"/>
                  </a:lnTo>
                  <a:cubicBezTo>
                    <a:pt x="155603" y="6366"/>
                    <a:pt x="147340" y="318"/>
                    <a:pt x="138002" y="318"/>
                  </a:cubicBezTo>
                  <a:cubicBezTo>
                    <a:pt x="128663" y="318"/>
                    <a:pt x="120401" y="6366"/>
                    <a:pt x="117578" y="15267"/>
                  </a:cubicBezTo>
                  <a:lnTo>
                    <a:pt x="108681" y="43460"/>
                  </a:lnTo>
                  <a:cubicBezTo>
                    <a:pt x="117769" y="48068"/>
                    <a:pt x="127813" y="50472"/>
                    <a:pt x="138002" y="50477"/>
                  </a:cubicBezTo>
                  <a:cubicBezTo>
                    <a:pt x="148190" y="50472"/>
                    <a:pt x="158235" y="48068"/>
                    <a:pt x="167322" y="43460"/>
                  </a:cubicBezTo>
                  <a:close/>
                  <a:moveTo>
                    <a:pt x="182985" y="92578"/>
                  </a:moveTo>
                  <a:cubicBezTo>
                    <a:pt x="156023" y="111634"/>
                    <a:pt x="119980" y="111634"/>
                    <a:pt x="93019" y="92578"/>
                  </a:cubicBezTo>
                  <a:lnTo>
                    <a:pt x="74098" y="151970"/>
                  </a:lnTo>
                  <a:cubicBezTo>
                    <a:pt x="93256" y="163872"/>
                    <a:pt x="115453" y="169966"/>
                    <a:pt x="138002" y="169513"/>
                  </a:cubicBezTo>
                  <a:cubicBezTo>
                    <a:pt x="160551" y="169966"/>
                    <a:pt x="182748" y="163872"/>
                    <a:pt x="201905" y="151970"/>
                  </a:cubicBezTo>
                  <a:close/>
                  <a:moveTo>
                    <a:pt x="64576" y="182043"/>
                  </a:moveTo>
                  <a:lnTo>
                    <a:pt x="108681" y="43460"/>
                  </a:lnTo>
                  <a:moveTo>
                    <a:pt x="211428" y="182043"/>
                  </a:moveTo>
                  <a:lnTo>
                    <a:pt x="167322" y="43460"/>
                  </a:lnTo>
                </a:path>
              </a:pathLst>
            </a:custGeom>
            <a:noFill/>
            <a:ln w="625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igura a mano libera: forma 83">
              <a:extLst>
                <a:ext uri="{FF2B5EF4-FFF2-40B4-BE49-F238E27FC236}">
                  <a16:creationId xmlns:a16="http://schemas.microsoft.com/office/drawing/2014/main" id="{30203075-FE04-02A3-90E9-06205B3B64DE}"/>
                </a:ext>
              </a:extLst>
            </p:cNvPr>
            <p:cNvSpPr/>
            <p:nvPr/>
          </p:nvSpPr>
          <p:spPr>
            <a:xfrm rot="10620337">
              <a:off x="6923955" y="2193677"/>
              <a:ext cx="288191" cy="288191"/>
            </a:xfrm>
            <a:custGeom>
              <a:avLst/>
              <a:gdLst>
                <a:gd name="connsiteX0" fmla="*/ 43283 w 288191"/>
                <a:gd name="connsiteY0" fmla="*/ 43096 h 288191"/>
                <a:gd name="connsiteX1" fmla="*/ 57129 w 288191"/>
                <a:gd name="connsiteY1" fmla="*/ 66502 h 288191"/>
                <a:gd name="connsiteX2" fmla="*/ 506 w 288191"/>
                <a:gd name="connsiteY2" fmla="*/ 25378 h 288191"/>
                <a:gd name="connsiteX3" fmla="*/ 25566 w 288191"/>
                <a:gd name="connsiteY3" fmla="*/ 50438 h 288191"/>
                <a:gd name="connsiteX4" fmla="*/ 50626 w 288191"/>
                <a:gd name="connsiteY4" fmla="*/ 25378 h 288191"/>
                <a:gd name="connsiteX5" fmla="*/ 25566 w 288191"/>
                <a:gd name="connsiteY5" fmla="*/ 318 h 288191"/>
                <a:gd name="connsiteX6" fmla="*/ 506 w 288191"/>
                <a:gd name="connsiteY6" fmla="*/ 25378 h 288191"/>
                <a:gd name="connsiteX7" fmla="*/ 125806 w 288191"/>
                <a:gd name="connsiteY7" fmla="*/ 25378 h 288191"/>
                <a:gd name="connsiteX8" fmla="*/ 150867 w 288191"/>
                <a:gd name="connsiteY8" fmla="*/ 50438 h 288191"/>
                <a:gd name="connsiteX9" fmla="*/ 175927 w 288191"/>
                <a:gd name="connsiteY9" fmla="*/ 25378 h 288191"/>
                <a:gd name="connsiteX10" fmla="*/ 150867 w 288191"/>
                <a:gd name="connsiteY10" fmla="*/ 318 h 288191"/>
                <a:gd name="connsiteX11" fmla="*/ 125806 w 288191"/>
                <a:gd name="connsiteY11" fmla="*/ 25378 h 288191"/>
                <a:gd name="connsiteX12" fmla="*/ 125806 w 288191"/>
                <a:gd name="connsiteY12" fmla="*/ 263449 h 288191"/>
                <a:gd name="connsiteX13" fmla="*/ 150867 w 288191"/>
                <a:gd name="connsiteY13" fmla="*/ 288510 h 288191"/>
                <a:gd name="connsiteX14" fmla="*/ 175927 w 288191"/>
                <a:gd name="connsiteY14" fmla="*/ 263449 h 288191"/>
                <a:gd name="connsiteX15" fmla="*/ 150867 w 288191"/>
                <a:gd name="connsiteY15" fmla="*/ 238389 h 288191"/>
                <a:gd name="connsiteX16" fmla="*/ 125806 w 288191"/>
                <a:gd name="connsiteY16" fmla="*/ 263449 h 288191"/>
                <a:gd name="connsiteX17" fmla="*/ 238577 w 288191"/>
                <a:gd name="connsiteY17" fmla="*/ 25378 h 288191"/>
                <a:gd name="connsiteX18" fmla="*/ 263637 w 288191"/>
                <a:gd name="connsiteY18" fmla="*/ 50438 h 288191"/>
                <a:gd name="connsiteX19" fmla="*/ 288697 w 288191"/>
                <a:gd name="connsiteY19" fmla="*/ 25378 h 288191"/>
                <a:gd name="connsiteX20" fmla="*/ 263637 w 288191"/>
                <a:gd name="connsiteY20" fmla="*/ 318 h 288191"/>
                <a:gd name="connsiteX21" fmla="*/ 238577 w 288191"/>
                <a:gd name="connsiteY21" fmla="*/ 25378 h 288191"/>
                <a:gd name="connsiteX22" fmla="*/ 238577 w 288191"/>
                <a:gd name="connsiteY22" fmla="*/ 263449 h 288191"/>
                <a:gd name="connsiteX23" fmla="*/ 263637 w 288191"/>
                <a:gd name="connsiteY23" fmla="*/ 288510 h 288191"/>
                <a:gd name="connsiteX24" fmla="*/ 288697 w 288191"/>
                <a:gd name="connsiteY24" fmla="*/ 263449 h 288191"/>
                <a:gd name="connsiteX25" fmla="*/ 263637 w 288191"/>
                <a:gd name="connsiteY25" fmla="*/ 238389 h 288191"/>
                <a:gd name="connsiteX26" fmla="*/ 238577 w 288191"/>
                <a:gd name="connsiteY26" fmla="*/ 263449 h 288191"/>
                <a:gd name="connsiteX27" fmla="*/ 506 w 288191"/>
                <a:gd name="connsiteY27" fmla="*/ 263449 h 288191"/>
                <a:gd name="connsiteX28" fmla="*/ 25566 w 288191"/>
                <a:gd name="connsiteY28" fmla="*/ 288510 h 288191"/>
                <a:gd name="connsiteX29" fmla="*/ 50626 w 288191"/>
                <a:gd name="connsiteY29" fmla="*/ 263449 h 288191"/>
                <a:gd name="connsiteX30" fmla="*/ 25566 w 288191"/>
                <a:gd name="connsiteY30" fmla="*/ 238389 h 288191"/>
                <a:gd name="connsiteX31" fmla="*/ 506 w 288191"/>
                <a:gd name="connsiteY31" fmla="*/ 263449 h 288191"/>
                <a:gd name="connsiteX32" fmla="*/ 43283 w 288191"/>
                <a:gd name="connsiteY32" fmla="*/ 245732 h 288191"/>
                <a:gd name="connsiteX33" fmla="*/ 57129 w 288191"/>
                <a:gd name="connsiteY33" fmla="*/ 223128 h 288191"/>
                <a:gd name="connsiteX34" fmla="*/ 232550 w 288191"/>
                <a:gd name="connsiteY34" fmla="*/ 66502 h 288191"/>
                <a:gd name="connsiteX35" fmla="*/ 245932 w 288191"/>
                <a:gd name="connsiteY35" fmla="*/ 43083 h 288191"/>
                <a:gd name="connsiteX36" fmla="*/ 232550 w 288191"/>
                <a:gd name="connsiteY36" fmla="*/ 223128 h 288191"/>
                <a:gd name="connsiteX37" fmla="*/ 245920 w 288191"/>
                <a:gd name="connsiteY37" fmla="*/ 245732 h 288191"/>
                <a:gd name="connsiteX38" fmla="*/ 150578 w 288191"/>
                <a:gd name="connsiteY38" fmla="*/ 235658 h 288191"/>
                <a:gd name="connsiteX39" fmla="*/ 150578 w 288191"/>
                <a:gd name="connsiteY39" fmla="*/ 223128 h 288191"/>
                <a:gd name="connsiteX40" fmla="*/ 150578 w 288191"/>
                <a:gd name="connsiteY40" fmla="*/ 66502 h 288191"/>
                <a:gd name="connsiteX41" fmla="*/ 150578 w 288191"/>
                <a:gd name="connsiteY41" fmla="*/ 53972 h 288191"/>
                <a:gd name="connsiteX42" fmla="*/ 102826 w 288191"/>
                <a:gd name="connsiteY42" fmla="*/ 194534 h 288191"/>
                <a:gd name="connsiteX43" fmla="*/ 91211 w 288191"/>
                <a:gd name="connsiteY43" fmla="*/ 194534 h 288191"/>
                <a:gd name="connsiteX44" fmla="*/ 56891 w 288191"/>
                <a:gd name="connsiteY44" fmla="*/ 156380 h 288191"/>
                <a:gd name="connsiteX45" fmla="*/ 68550 w 288191"/>
                <a:gd name="connsiteY45" fmla="*/ 128949 h 288191"/>
                <a:gd name="connsiteX46" fmla="*/ 96398 w 288191"/>
                <a:gd name="connsiteY46" fmla="*/ 118326 h 288191"/>
                <a:gd name="connsiteX47" fmla="*/ 154785 w 288191"/>
                <a:gd name="connsiteY47" fmla="*/ 88591 h 288191"/>
                <a:gd name="connsiteX48" fmla="*/ 197892 w 288191"/>
                <a:gd name="connsiteY48" fmla="*/ 137936 h 288191"/>
                <a:gd name="connsiteX49" fmla="*/ 221755 w 288191"/>
                <a:gd name="connsiteY49" fmla="*/ 143751 h 288191"/>
                <a:gd name="connsiteX50" fmla="*/ 232312 w 288191"/>
                <a:gd name="connsiteY50" fmla="*/ 165928 h 288191"/>
                <a:gd name="connsiteX51" fmla="*/ 223159 w 288191"/>
                <a:gd name="connsiteY51" fmla="*/ 186739 h 288191"/>
                <a:gd name="connsiteX52" fmla="*/ 201801 w 288191"/>
                <a:gd name="connsiteY52" fmla="*/ 194534 h 288191"/>
                <a:gd name="connsiteX53" fmla="*/ 102814 w 288191"/>
                <a:gd name="connsiteY53" fmla="*/ 194534 h 288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88191" h="288191">
                  <a:moveTo>
                    <a:pt x="43283" y="43096"/>
                  </a:moveTo>
                  <a:lnTo>
                    <a:pt x="57129" y="66502"/>
                  </a:lnTo>
                  <a:moveTo>
                    <a:pt x="506" y="25378"/>
                  </a:moveTo>
                  <a:cubicBezTo>
                    <a:pt x="506" y="39218"/>
                    <a:pt x="11726" y="50438"/>
                    <a:pt x="25566" y="50438"/>
                  </a:cubicBezTo>
                  <a:cubicBezTo>
                    <a:pt x="39406" y="50438"/>
                    <a:pt x="50626" y="39218"/>
                    <a:pt x="50626" y="25378"/>
                  </a:cubicBezTo>
                  <a:cubicBezTo>
                    <a:pt x="50626" y="11538"/>
                    <a:pt x="39406" y="318"/>
                    <a:pt x="25566" y="318"/>
                  </a:cubicBezTo>
                  <a:cubicBezTo>
                    <a:pt x="11726" y="318"/>
                    <a:pt x="506" y="11538"/>
                    <a:pt x="506" y="25378"/>
                  </a:cubicBezTo>
                  <a:moveTo>
                    <a:pt x="125806" y="25378"/>
                  </a:moveTo>
                  <a:cubicBezTo>
                    <a:pt x="125806" y="39218"/>
                    <a:pt x="137026" y="50438"/>
                    <a:pt x="150867" y="50438"/>
                  </a:cubicBezTo>
                  <a:cubicBezTo>
                    <a:pt x="164707" y="50438"/>
                    <a:pt x="175927" y="39218"/>
                    <a:pt x="175927" y="25378"/>
                  </a:cubicBezTo>
                  <a:cubicBezTo>
                    <a:pt x="175927" y="11538"/>
                    <a:pt x="164707" y="318"/>
                    <a:pt x="150867" y="318"/>
                  </a:cubicBezTo>
                  <a:cubicBezTo>
                    <a:pt x="137026" y="318"/>
                    <a:pt x="125806" y="11538"/>
                    <a:pt x="125806" y="25378"/>
                  </a:cubicBezTo>
                  <a:moveTo>
                    <a:pt x="125806" y="263449"/>
                  </a:moveTo>
                  <a:cubicBezTo>
                    <a:pt x="125806" y="277290"/>
                    <a:pt x="137026" y="288510"/>
                    <a:pt x="150867" y="288510"/>
                  </a:cubicBezTo>
                  <a:cubicBezTo>
                    <a:pt x="164707" y="288510"/>
                    <a:pt x="175927" y="277290"/>
                    <a:pt x="175927" y="263449"/>
                  </a:cubicBezTo>
                  <a:cubicBezTo>
                    <a:pt x="175927" y="249609"/>
                    <a:pt x="164707" y="238389"/>
                    <a:pt x="150867" y="238389"/>
                  </a:cubicBezTo>
                  <a:cubicBezTo>
                    <a:pt x="137026" y="238389"/>
                    <a:pt x="125806" y="249609"/>
                    <a:pt x="125806" y="263449"/>
                  </a:cubicBezTo>
                  <a:moveTo>
                    <a:pt x="238577" y="25378"/>
                  </a:moveTo>
                  <a:cubicBezTo>
                    <a:pt x="238577" y="39218"/>
                    <a:pt x="249797" y="50438"/>
                    <a:pt x="263637" y="50438"/>
                  </a:cubicBezTo>
                  <a:cubicBezTo>
                    <a:pt x="277478" y="50438"/>
                    <a:pt x="288697" y="39218"/>
                    <a:pt x="288697" y="25378"/>
                  </a:cubicBezTo>
                  <a:cubicBezTo>
                    <a:pt x="288697" y="11538"/>
                    <a:pt x="277478" y="318"/>
                    <a:pt x="263637" y="318"/>
                  </a:cubicBezTo>
                  <a:cubicBezTo>
                    <a:pt x="249797" y="318"/>
                    <a:pt x="238577" y="11538"/>
                    <a:pt x="238577" y="25378"/>
                  </a:cubicBezTo>
                  <a:moveTo>
                    <a:pt x="238577" y="263449"/>
                  </a:moveTo>
                  <a:cubicBezTo>
                    <a:pt x="238577" y="277290"/>
                    <a:pt x="249797" y="288510"/>
                    <a:pt x="263637" y="288510"/>
                  </a:cubicBezTo>
                  <a:cubicBezTo>
                    <a:pt x="277478" y="288510"/>
                    <a:pt x="288697" y="277290"/>
                    <a:pt x="288697" y="263449"/>
                  </a:cubicBezTo>
                  <a:cubicBezTo>
                    <a:pt x="288697" y="249609"/>
                    <a:pt x="277478" y="238389"/>
                    <a:pt x="263637" y="238389"/>
                  </a:cubicBezTo>
                  <a:cubicBezTo>
                    <a:pt x="249797" y="238389"/>
                    <a:pt x="238577" y="249609"/>
                    <a:pt x="238577" y="263449"/>
                  </a:cubicBezTo>
                  <a:moveTo>
                    <a:pt x="506" y="263449"/>
                  </a:moveTo>
                  <a:cubicBezTo>
                    <a:pt x="506" y="277290"/>
                    <a:pt x="11726" y="288510"/>
                    <a:pt x="25566" y="288510"/>
                  </a:cubicBezTo>
                  <a:cubicBezTo>
                    <a:pt x="39406" y="288510"/>
                    <a:pt x="50626" y="277290"/>
                    <a:pt x="50626" y="263449"/>
                  </a:cubicBezTo>
                  <a:cubicBezTo>
                    <a:pt x="50626" y="249609"/>
                    <a:pt x="39406" y="238389"/>
                    <a:pt x="25566" y="238389"/>
                  </a:cubicBezTo>
                  <a:cubicBezTo>
                    <a:pt x="11726" y="238389"/>
                    <a:pt x="506" y="249609"/>
                    <a:pt x="506" y="263449"/>
                  </a:cubicBezTo>
                  <a:moveTo>
                    <a:pt x="43283" y="245732"/>
                  </a:moveTo>
                  <a:lnTo>
                    <a:pt x="57129" y="223128"/>
                  </a:lnTo>
                  <a:moveTo>
                    <a:pt x="232550" y="66502"/>
                  </a:moveTo>
                  <a:lnTo>
                    <a:pt x="245932" y="43083"/>
                  </a:lnTo>
                  <a:moveTo>
                    <a:pt x="232550" y="223128"/>
                  </a:moveTo>
                  <a:lnTo>
                    <a:pt x="245920" y="245732"/>
                  </a:lnTo>
                  <a:moveTo>
                    <a:pt x="150578" y="235658"/>
                  </a:moveTo>
                  <a:lnTo>
                    <a:pt x="150578" y="223128"/>
                  </a:lnTo>
                  <a:moveTo>
                    <a:pt x="150578" y="66502"/>
                  </a:moveTo>
                  <a:lnTo>
                    <a:pt x="150578" y="53972"/>
                  </a:lnTo>
                  <a:moveTo>
                    <a:pt x="102826" y="194534"/>
                  </a:moveTo>
                  <a:lnTo>
                    <a:pt x="91211" y="194534"/>
                  </a:lnTo>
                  <a:cubicBezTo>
                    <a:pt x="71859" y="192150"/>
                    <a:pt x="57220" y="175875"/>
                    <a:pt x="56891" y="156380"/>
                  </a:cubicBezTo>
                  <a:cubicBezTo>
                    <a:pt x="56887" y="146032"/>
                    <a:pt x="61096" y="136128"/>
                    <a:pt x="68550" y="128949"/>
                  </a:cubicBezTo>
                  <a:cubicBezTo>
                    <a:pt x="76003" y="121770"/>
                    <a:pt x="86057" y="117934"/>
                    <a:pt x="96398" y="118326"/>
                  </a:cubicBezTo>
                  <a:cubicBezTo>
                    <a:pt x="106752" y="96211"/>
                    <a:pt x="130809" y="83959"/>
                    <a:pt x="154785" y="88591"/>
                  </a:cubicBezTo>
                  <a:cubicBezTo>
                    <a:pt x="178760" y="93223"/>
                    <a:pt x="196522" y="113555"/>
                    <a:pt x="197892" y="137936"/>
                  </a:cubicBezTo>
                  <a:cubicBezTo>
                    <a:pt x="206316" y="136187"/>
                    <a:pt x="215080" y="138323"/>
                    <a:pt x="221755" y="143751"/>
                  </a:cubicBezTo>
                  <a:cubicBezTo>
                    <a:pt x="228430" y="149180"/>
                    <a:pt x="232307" y="157324"/>
                    <a:pt x="232312" y="165928"/>
                  </a:cubicBezTo>
                  <a:cubicBezTo>
                    <a:pt x="232224" y="173822"/>
                    <a:pt x="228918" y="181339"/>
                    <a:pt x="223159" y="186739"/>
                  </a:cubicBezTo>
                  <a:cubicBezTo>
                    <a:pt x="217399" y="192139"/>
                    <a:pt x="209685" y="194955"/>
                    <a:pt x="201801" y="194534"/>
                  </a:cubicBezTo>
                  <a:lnTo>
                    <a:pt x="102814" y="194534"/>
                  </a:lnTo>
                  <a:close/>
                </a:path>
              </a:pathLst>
            </a:custGeom>
            <a:noFill/>
            <a:ln w="625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igura a mano libera: forma 84">
              <a:extLst>
                <a:ext uri="{FF2B5EF4-FFF2-40B4-BE49-F238E27FC236}">
                  <a16:creationId xmlns:a16="http://schemas.microsoft.com/office/drawing/2014/main" id="{EDC8D2E3-B9BA-4F63-2D1B-535C400A0893}"/>
                </a:ext>
              </a:extLst>
            </p:cNvPr>
            <p:cNvSpPr/>
            <p:nvPr/>
          </p:nvSpPr>
          <p:spPr>
            <a:xfrm rot="10620337">
              <a:off x="5957136" y="1277216"/>
              <a:ext cx="275661" cy="288191"/>
            </a:xfrm>
            <a:custGeom>
              <a:avLst/>
              <a:gdLst>
                <a:gd name="connsiteX0" fmla="*/ 27586 w 275661"/>
                <a:gd name="connsiteY0" fmla="*/ 219284 h 288191"/>
                <a:gd name="connsiteX1" fmla="*/ 346 w 275661"/>
                <a:gd name="connsiteY1" fmla="*/ 288626 h 288191"/>
                <a:gd name="connsiteX2" fmla="*/ 37936 w 275661"/>
                <a:gd name="connsiteY2" fmla="*/ 288626 h 288191"/>
                <a:gd name="connsiteX3" fmla="*/ 49126 w 275661"/>
                <a:gd name="connsiteY3" fmla="*/ 225975 h 288191"/>
                <a:gd name="connsiteX4" fmla="*/ 248767 w 275661"/>
                <a:gd name="connsiteY4" fmla="*/ 219284 h 288191"/>
                <a:gd name="connsiteX5" fmla="*/ 276008 w 275661"/>
                <a:gd name="connsiteY5" fmla="*/ 288626 h 288191"/>
                <a:gd name="connsiteX6" fmla="*/ 238417 w 275661"/>
                <a:gd name="connsiteY6" fmla="*/ 288626 h 288191"/>
                <a:gd name="connsiteX7" fmla="*/ 227228 w 275661"/>
                <a:gd name="connsiteY7" fmla="*/ 225975 h 288191"/>
                <a:gd name="connsiteX8" fmla="*/ 167397 w 275661"/>
                <a:gd name="connsiteY8" fmla="*/ 149116 h 288191"/>
                <a:gd name="connsiteX9" fmla="*/ 212605 w 275661"/>
                <a:gd name="connsiteY9" fmla="*/ 185278 h 288191"/>
                <a:gd name="connsiteX10" fmla="*/ 63748 w 275661"/>
                <a:gd name="connsiteY10" fmla="*/ 185278 h 288191"/>
                <a:gd name="connsiteX11" fmla="*/ 108944 w 275661"/>
                <a:gd name="connsiteY11" fmla="*/ 149116 h 288191"/>
                <a:gd name="connsiteX12" fmla="*/ 41833 w 275661"/>
                <a:gd name="connsiteY12" fmla="*/ 176081 h 288191"/>
                <a:gd name="connsiteX13" fmla="*/ 35806 w 275661"/>
                <a:gd name="connsiteY13" fmla="*/ 112816 h 288191"/>
                <a:gd name="connsiteX14" fmla="*/ 114345 w 275661"/>
                <a:gd name="connsiteY14" fmla="*/ 233644 h 288191"/>
                <a:gd name="connsiteX15" fmla="*/ 66843 w 275661"/>
                <a:gd name="connsiteY15" fmla="*/ 211478 h 288191"/>
                <a:gd name="connsiteX16" fmla="*/ 209498 w 275661"/>
                <a:gd name="connsiteY16" fmla="*/ 211491 h 288191"/>
                <a:gd name="connsiteX17" fmla="*/ 162009 w 275661"/>
                <a:gd name="connsiteY17" fmla="*/ 233644 h 288191"/>
                <a:gd name="connsiteX18" fmla="*/ 240510 w 275661"/>
                <a:gd name="connsiteY18" fmla="*/ 113205 h 288191"/>
                <a:gd name="connsiteX19" fmla="*/ 234520 w 275661"/>
                <a:gd name="connsiteY19" fmla="*/ 176018 h 288191"/>
                <a:gd name="connsiteX20" fmla="*/ 161345 w 275661"/>
                <a:gd name="connsiteY20" fmla="*/ 35042 h 288191"/>
                <a:gd name="connsiteX21" fmla="*/ 222216 w 275661"/>
                <a:gd name="connsiteY21" fmla="*/ 60102 h 288191"/>
                <a:gd name="connsiteX22" fmla="*/ 54125 w 275661"/>
                <a:gd name="connsiteY22" fmla="*/ 60102 h 288191"/>
                <a:gd name="connsiteX23" fmla="*/ 115021 w 275661"/>
                <a:gd name="connsiteY23" fmla="*/ 35030 h 288191"/>
                <a:gd name="connsiteX24" fmla="*/ 19141 w 275661"/>
                <a:gd name="connsiteY24" fmla="*/ 200915 h 288191"/>
                <a:gd name="connsiteX25" fmla="*/ 44201 w 275661"/>
                <a:gd name="connsiteY25" fmla="*/ 225975 h 288191"/>
                <a:gd name="connsiteX26" fmla="*/ 69261 w 275661"/>
                <a:gd name="connsiteY26" fmla="*/ 200915 h 288191"/>
                <a:gd name="connsiteX27" fmla="*/ 44201 w 275661"/>
                <a:gd name="connsiteY27" fmla="*/ 175855 h 288191"/>
                <a:gd name="connsiteX28" fmla="*/ 19141 w 275661"/>
                <a:gd name="connsiteY28" fmla="*/ 200915 h 288191"/>
                <a:gd name="connsiteX29" fmla="*/ 113117 w 275661"/>
                <a:gd name="connsiteY29" fmla="*/ 25494 h 288191"/>
                <a:gd name="connsiteX30" fmla="*/ 138177 w 275661"/>
                <a:gd name="connsiteY30" fmla="*/ 50554 h 288191"/>
                <a:gd name="connsiteX31" fmla="*/ 163237 w 275661"/>
                <a:gd name="connsiteY31" fmla="*/ 25494 h 288191"/>
                <a:gd name="connsiteX32" fmla="*/ 138177 w 275661"/>
                <a:gd name="connsiteY32" fmla="*/ 434 h 288191"/>
                <a:gd name="connsiteX33" fmla="*/ 113117 w 275661"/>
                <a:gd name="connsiteY33" fmla="*/ 25494 h 288191"/>
                <a:gd name="connsiteX34" fmla="*/ 346 w 275661"/>
                <a:gd name="connsiteY34" fmla="*/ 81879 h 288191"/>
                <a:gd name="connsiteX35" fmla="*/ 31671 w 275661"/>
                <a:gd name="connsiteY35" fmla="*/ 113205 h 288191"/>
                <a:gd name="connsiteX36" fmla="*/ 62996 w 275661"/>
                <a:gd name="connsiteY36" fmla="*/ 81879 h 288191"/>
                <a:gd name="connsiteX37" fmla="*/ 31671 w 275661"/>
                <a:gd name="connsiteY37" fmla="*/ 50554 h 288191"/>
                <a:gd name="connsiteX38" fmla="*/ 346 w 275661"/>
                <a:gd name="connsiteY38" fmla="*/ 81879 h 288191"/>
                <a:gd name="connsiteX39" fmla="*/ 207092 w 275661"/>
                <a:gd name="connsiteY39" fmla="*/ 200915 h 288191"/>
                <a:gd name="connsiteX40" fmla="*/ 232152 w 275661"/>
                <a:gd name="connsiteY40" fmla="*/ 225975 h 288191"/>
                <a:gd name="connsiteX41" fmla="*/ 257212 w 275661"/>
                <a:gd name="connsiteY41" fmla="*/ 200915 h 288191"/>
                <a:gd name="connsiteX42" fmla="*/ 232152 w 275661"/>
                <a:gd name="connsiteY42" fmla="*/ 175855 h 288191"/>
                <a:gd name="connsiteX43" fmla="*/ 207092 w 275661"/>
                <a:gd name="connsiteY43" fmla="*/ 200915 h 288191"/>
                <a:gd name="connsiteX44" fmla="*/ 213357 w 275661"/>
                <a:gd name="connsiteY44" fmla="*/ 81879 h 288191"/>
                <a:gd name="connsiteX45" fmla="*/ 244682 w 275661"/>
                <a:gd name="connsiteY45" fmla="*/ 113205 h 288191"/>
                <a:gd name="connsiteX46" fmla="*/ 276008 w 275661"/>
                <a:gd name="connsiteY46" fmla="*/ 81879 h 288191"/>
                <a:gd name="connsiteX47" fmla="*/ 244682 w 275661"/>
                <a:gd name="connsiteY47" fmla="*/ 50554 h 288191"/>
                <a:gd name="connsiteX48" fmla="*/ 213357 w 275661"/>
                <a:gd name="connsiteY48" fmla="*/ 81879 h 288191"/>
                <a:gd name="connsiteX49" fmla="*/ 103281 w 275661"/>
                <a:gd name="connsiteY49" fmla="*/ 111776 h 288191"/>
                <a:gd name="connsiteX50" fmla="*/ 44201 w 275661"/>
                <a:gd name="connsiteY50" fmla="*/ 88144 h 288191"/>
                <a:gd name="connsiteX51" fmla="*/ 232152 w 275661"/>
                <a:gd name="connsiteY51" fmla="*/ 88144 h 288191"/>
                <a:gd name="connsiteX52" fmla="*/ 173048 w 275661"/>
                <a:gd name="connsiteY52" fmla="*/ 111789 h 288191"/>
                <a:gd name="connsiteX53" fmla="*/ 138177 w 275661"/>
                <a:gd name="connsiteY53" fmla="*/ 50554 h 288191"/>
                <a:gd name="connsiteX54" fmla="*/ 138177 w 275661"/>
                <a:gd name="connsiteY54" fmla="*/ 88144 h 288191"/>
                <a:gd name="connsiteX55" fmla="*/ 152048 w 275661"/>
                <a:gd name="connsiteY55" fmla="*/ 160669 h 288191"/>
                <a:gd name="connsiteX56" fmla="*/ 169502 w 275661"/>
                <a:gd name="connsiteY56" fmla="*/ 288626 h 288191"/>
                <a:gd name="connsiteX57" fmla="*/ 106852 w 275661"/>
                <a:gd name="connsiteY57" fmla="*/ 288626 h 288191"/>
                <a:gd name="connsiteX58" fmla="*/ 124306 w 275661"/>
                <a:gd name="connsiteY58" fmla="*/ 160669 h 288191"/>
                <a:gd name="connsiteX59" fmla="*/ 100587 w 275661"/>
                <a:gd name="connsiteY59" fmla="*/ 125735 h 288191"/>
                <a:gd name="connsiteX60" fmla="*/ 138177 w 275661"/>
                <a:gd name="connsiteY60" fmla="*/ 163325 h 288191"/>
                <a:gd name="connsiteX61" fmla="*/ 175767 w 275661"/>
                <a:gd name="connsiteY61" fmla="*/ 125735 h 288191"/>
                <a:gd name="connsiteX62" fmla="*/ 138177 w 275661"/>
                <a:gd name="connsiteY62" fmla="*/ 88144 h 288191"/>
                <a:gd name="connsiteX63" fmla="*/ 100587 w 275661"/>
                <a:gd name="connsiteY63" fmla="*/ 125735 h 288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275661" h="288191">
                  <a:moveTo>
                    <a:pt x="27586" y="219284"/>
                  </a:moveTo>
                  <a:lnTo>
                    <a:pt x="346" y="288626"/>
                  </a:lnTo>
                  <a:moveTo>
                    <a:pt x="37936" y="288626"/>
                  </a:moveTo>
                  <a:lnTo>
                    <a:pt x="49126" y="225975"/>
                  </a:lnTo>
                  <a:moveTo>
                    <a:pt x="248767" y="219284"/>
                  </a:moveTo>
                  <a:lnTo>
                    <a:pt x="276008" y="288626"/>
                  </a:lnTo>
                  <a:moveTo>
                    <a:pt x="238417" y="288626"/>
                  </a:moveTo>
                  <a:lnTo>
                    <a:pt x="227228" y="225975"/>
                  </a:lnTo>
                  <a:moveTo>
                    <a:pt x="167397" y="149116"/>
                  </a:moveTo>
                  <a:lnTo>
                    <a:pt x="212605" y="185278"/>
                  </a:lnTo>
                  <a:moveTo>
                    <a:pt x="63748" y="185278"/>
                  </a:moveTo>
                  <a:lnTo>
                    <a:pt x="108944" y="149116"/>
                  </a:lnTo>
                  <a:moveTo>
                    <a:pt x="41833" y="176081"/>
                  </a:moveTo>
                  <a:lnTo>
                    <a:pt x="35806" y="112816"/>
                  </a:lnTo>
                  <a:moveTo>
                    <a:pt x="114345" y="233644"/>
                  </a:moveTo>
                  <a:lnTo>
                    <a:pt x="66843" y="211478"/>
                  </a:lnTo>
                  <a:moveTo>
                    <a:pt x="209498" y="211491"/>
                  </a:moveTo>
                  <a:lnTo>
                    <a:pt x="162009" y="233644"/>
                  </a:lnTo>
                  <a:moveTo>
                    <a:pt x="240510" y="113205"/>
                  </a:moveTo>
                  <a:lnTo>
                    <a:pt x="234520" y="176018"/>
                  </a:lnTo>
                  <a:moveTo>
                    <a:pt x="161345" y="35042"/>
                  </a:moveTo>
                  <a:lnTo>
                    <a:pt x="222216" y="60102"/>
                  </a:lnTo>
                  <a:moveTo>
                    <a:pt x="54125" y="60102"/>
                  </a:moveTo>
                  <a:lnTo>
                    <a:pt x="115021" y="35030"/>
                  </a:lnTo>
                  <a:moveTo>
                    <a:pt x="19141" y="200915"/>
                  </a:moveTo>
                  <a:cubicBezTo>
                    <a:pt x="19141" y="214755"/>
                    <a:pt x="30361" y="225975"/>
                    <a:pt x="44201" y="225975"/>
                  </a:cubicBezTo>
                  <a:cubicBezTo>
                    <a:pt x="58042" y="225975"/>
                    <a:pt x="69261" y="214755"/>
                    <a:pt x="69261" y="200915"/>
                  </a:cubicBezTo>
                  <a:cubicBezTo>
                    <a:pt x="69261" y="187075"/>
                    <a:pt x="58042" y="175855"/>
                    <a:pt x="44201" y="175855"/>
                  </a:cubicBezTo>
                  <a:cubicBezTo>
                    <a:pt x="30361" y="175855"/>
                    <a:pt x="19141" y="187075"/>
                    <a:pt x="19141" y="200915"/>
                  </a:cubicBezTo>
                  <a:close/>
                  <a:moveTo>
                    <a:pt x="113117" y="25494"/>
                  </a:moveTo>
                  <a:cubicBezTo>
                    <a:pt x="113117" y="39334"/>
                    <a:pt x="124336" y="50554"/>
                    <a:pt x="138177" y="50554"/>
                  </a:cubicBezTo>
                  <a:cubicBezTo>
                    <a:pt x="152017" y="50554"/>
                    <a:pt x="163237" y="39334"/>
                    <a:pt x="163237" y="25494"/>
                  </a:cubicBezTo>
                  <a:cubicBezTo>
                    <a:pt x="163237" y="11654"/>
                    <a:pt x="152017" y="434"/>
                    <a:pt x="138177" y="434"/>
                  </a:cubicBezTo>
                  <a:cubicBezTo>
                    <a:pt x="124336" y="434"/>
                    <a:pt x="113117" y="11654"/>
                    <a:pt x="113117" y="25494"/>
                  </a:cubicBezTo>
                  <a:close/>
                  <a:moveTo>
                    <a:pt x="346" y="81879"/>
                  </a:moveTo>
                  <a:cubicBezTo>
                    <a:pt x="346" y="99180"/>
                    <a:pt x="14371" y="113205"/>
                    <a:pt x="31671" y="113205"/>
                  </a:cubicBezTo>
                  <a:cubicBezTo>
                    <a:pt x="48972" y="113205"/>
                    <a:pt x="62996" y="99180"/>
                    <a:pt x="62996" y="81879"/>
                  </a:cubicBezTo>
                  <a:cubicBezTo>
                    <a:pt x="62996" y="64579"/>
                    <a:pt x="48972" y="50554"/>
                    <a:pt x="31671" y="50554"/>
                  </a:cubicBezTo>
                  <a:cubicBezTo>
                    <a:pt x="14371" y="50554"/>
                    <a:pt x="346" y="64579"/>
                    <a:pt x="346" y="81879"/>
                  </a:cubicBezTo>
                  <a:close/>
                  <a:moveTo>
                    <a:pt x="207092" y="200915"/>
                  </a:moveTo>
                  <a:cubicBezTo>
                    <a:pt x="207092" y="214755"/>
                    <a:pt x="218312" y="225975"/>
                    <a:pt x="232152" y="225975"/>
                  </a:cubicBezTo>
                  <a:cubicBezTo>
                    <a:pt x="245993" y="225975"/>
                    <a:pt x="257212" y="214755"/>
                    <a:pt x="257212" y="200915"/>
                  </a:cubicBezTo>
                  <a:cubicBezTo>
                    <a:pt x="257212" y="187075"/>
                    <a:pt x="245993" y="175855"/>
                    <a:pt x="232152" y="175855"/>
                  </a:cubicBezTo>
                  <a:cubicBezTo>
                    <a:pt x="218312" y="175855"/>
                    <a:pt x="207092" y="187075"/>
                    <a:pt x="207092" y="200915"/>
                  </a:cubicBezTo>
                  <a:close/>
                  <a:moveTo>
                    <a:pt x="213357" y="81879"/>
                  </a:moveTo>
                  <a:cubicBezTo>
                    <a:pt x="213357" y="99180"/>
                    <a:pt x="227382" y="113205"/>
                    <a:pt x="244682" y="113205"/>
                  </a:cubicBezTo>
                  <a:cubicBezTo>
                    <a:pt x="261983" y="113205"/>
                    <a:pt x="276008" y="99180"/>
                    <a:pt x="276008" y="81879"/>
                  </a:cubicBezTo>
                  <a:cubicBezTo>
                    <a:pt x="276008" y="64579"/>
                    <a:pt x="261983" y="50554"/>
                    <a:pt x="244682" y="50554"/>
                  </a:cubicBezTo>
                  <a:cubicBezTo>
                    <a:pt x="227382" y="50554"/>
                    <a:pt x="213357" y="64579"/>
                    <a:pt x="213357" y="81879"/>
                  </a:cubicBezTo>
                  <a:close/>
                  <a:moveTo>
                    <a:pt x="103281" y="111776"/>
                  </a:moveTo>
                  <a:lnTo>
                    <a:pt x="44201" y="88144"/>
                  </a:lnTo>
                  <a:moveTo>
                    <a:pt x="232152" y="88144"/>
                  </a:moveTo>
                  <a:lnTo>
                    <a:pt x="173048" y="111789"/>
                  </a:lnTo>
                  <a:moveTo>
                    <a:pt x="138177" y="50554"/>
                  </a:moveTo>
                  <a:lnTo>
                    <a:pt x="138177" y="88144"/>
                  </a:lnTo>
                  <a:moveTo>
                    <a:pt x="152048" y="160669"/>
                  </a:moveTo>
                  <a:lnTo>
                    <a:pt x="169502" y="288626"/>
                  </a:lnTo>
                  <a:moveTo>
                    <a:pt x="106852" y="288626"/>
                  </a:moveTo>
                  <a:lnTo>
                    <a:pt x="124306" y="160669"/>
                  </a:lnTo>
                  <a:moveTo>
                    <a:pt x="100587" y="125735"/>
                  </a:moveTo>
                  <a:cubicBezTo>
                    <a:pt x="100587" y="146495"/>
                    <a:pt x="117416" y="163325"/>
                    <a:pt x="138177" y="163325"/>
                  </a:cubicBezTo>
                  <a:cubicBezTo>
                    <a:pt x="158937" y="163325"/>
                    <a:pt x="175767" y="146495"/>
                    <a:pt x="175767" y="125735"/>
                  </a:cubicBezTo>
                  <a:cubicBezTo>
                    <a:pt x="175767" y="104974"/>
                    <a:pt x="158937" y="88144"/>
                    <a:pt x="138177" y="88144"/>
                  </a:cubicBezTo>
                  <a:cubicBezTo>
                    <a:pt x="117416" y="88144"/>
                    <a:pt x="100587" y="104974"/>
                    <a:pt x="100587" y="125735"/>
                  </a:cubicBezTo>
                  <a:close/>
                </a:path>
              </a:pathLst>
            </a:custGeom>
            <a:noFill/>
            <a:ln w="625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6" name="Figura a mano libera: forma 85">
            <a:extLst>
              <a:ext uri="{FF2B5EF4-FFF2-40B4-BE49-F238E27FC236}">
                <a16:creationId xmlns:a16="http://schemas.microsoft.com/office/drawing/2014/main" id="{193C8E36-71A1-3738-E056-5A9BAFECBA1F}"/>
              </a:ext>
            </a:extLst>
          </p:cNvPr>
          <p:cNvSpPr/>
          <p:nvPr/>
        </p:nvSpPr>
        <p:spPr>
          <a:xfrm>
            <a:off x="7335444" y="4060419"/>
            <a:ext cx="674257" cy="75202"/>
          </a:xfrm>
          <a:custGeom>
            <a:avLst/>
            <a:gdLst>
              <a:gd name="connsiteX0" fmla="*/ 384514 w 674257"/>
              <a:gd name="connsiteY0" fmla="*/ 74148 h 75202"/>
              <a:gd name="connsiteX1" fmla="*/ 387205 w 674257"/>
              <a:gd name="connsiteY1" fmla="*/ 75690 h 75202"/>
              <a:gd name="connsiteX2" fmla="*/ 388173 w 674257"/>
              <a:gd name="connsiteY2" fmla="*/ 75132 h 75202"/>
              <a:gd name="connsiteX3" fmla="*/ 420770 w 674257"/>
              <a:gd name="connsiteY3" fmla="*/ 42923 h 75202"/>
              <a:gd name="connsiteX4" fmla="*/ 382033 w 674257"/>
              <a:gd name="connsiteY4" fmla="*/ 64995 h 75202"/>
              <a:gd name="connsiteX5" fmla="*/ 384514 w 674257"/>
              <a:gd name="connsiteY5" fmla="*/ 74148 h 75202"/>
              <a:gd name="connsiteX6" fmla="*/ 370631 w 674257"/>
              <a:gd name="connsiteY6" fmla="*/ 847 h 75202"/>
              <a:gd name="connsiteX7" fmla="*/ 367643 w 674257"/>
              <a:gd name="connsiteY7" fmla="*/ 1680 h 75202"/>
              <a:gd name="connsiteX8" fmla="*/ 367360 w 674257"/>
              <a:gd name="connsiteY8" fmla="*/ 2758 h 75202"/>
              <a:gd name="connsiteX9" fmla="*/ 367360 w 674257"/>
              <a:gd name="connsiteY9" fmla="*/ 22249 h 75202"/>
              <a:gd name="connsiteX10" fmla="*/ 387885 w 674257"/>
              <a:gd name="connsiteY10" fmla="*/ 10546 h 75202"/>
              <a:gd name="connsiteX11" fmla="*/ 370631 w 674257"/>
              <a:gd name="connsiteY11" fmla="*/ 847 h 75202"/>
              <a:gd name="connsiteX12" fmla="*/ 393987 w 674257"/>
              <a:gd name="connsiteY12" fmla="*/ 14035 h 75202"/>
              <a:gd name="connsiteX13" fmla="*/ 367360 w 674257"/>
              <a:gd name="connsiteY13" fmla="*/ 29203 h 75202"/>
              <a:gd name="connsiteX14" fmla="*/ 367360 w 674257"/>
              <a:gd name="connsiteY14" fmla="*/ 44521 h 75202"/>
              <a:gd name="connsiteX15" fmla="*/ 407400 w 674257"/>
              <a:gd name="connsiteY15" fmla="*/ 21691 h 75202"/>
              <a:gd name="connsiteX16" fmla="*/ 393987 w 674257"/>
              <a:gd name="connsiteY16" fmla="*/ 14035 h 75202"/>
              <a:gd name="connsiteX17" fmla="*/ 423483 w 674257"/>
              <a:gd name="connsiteY17" fmla="*/ 34729 h 75202"/>
              <a:gd name="connsiteX18" fmla="*/ 424309 w 674257"/>
              <a:gd name="connsiteY18" fmla="*/ 31740 h 75202"/>
              <a:gd name="connsiteX19" fmla="*/ 423483 w 674257"/>
              <a:gd name="connsiteY19" fmla="*/ 30913 h 75202"/>
              <a:gd name="connsiteX20" fmla="*/ 413509 w 674257"/>
              <a:gd name="connsiteY20" fmla="*/ 25275 h 75202"/>
              <a:gd name="connsiteX21" fmla="*/ 367367 w 674257"/>
              <a:gd name="connsiteY21" fmla="*/ 51582 h 75202"/>
              <a:gd name="connsiteX22" fmla="*/ 367367 w 674257"/>
              <a:gd name="connsiteY22" fmla="*/ 62746 h 75202"/>
              <a:gd name="connsiteX23" fmla="*/ 369555 w 674257"/>
              <a:gd name="connsiteY23" fmla="*/ 64943 h 75202"/>
              <a:gd name="connsiteX24" fmla="*/ 370643 w 674257"/>
              <a:gd name="connsiteY24" fmla="*/ 64657 h 75202"/>
              <a:gd name="connsiteX25" fmla="*/ 423489 w 674257"/>
              <a:gd name="connsiteY25" fmla="*/ 34729 h 75202"/>
              <a:gd name="connsiteX26" fmla="*/ 254571 w 674257"/>
              <a:gd name="connsiteY26" fmla="*/ 9969 h 75202"/>
              <a:gd name="connsiteX27" fmla="*/ 259533 w 674257"/>
              <a:gd name="connsiteY27" fmla="*/ 5064 h 75202"/>
              <a:gd name="connsiteX28" fmla="*/ 264495 w 674257"/>
              <a:gd name="connsiteY28" fmla="*/ 9969 h 75202"/>
              <a:gd name="connsiteX29" fmla="*/ 259533 w 674257"/>
              <a:gd name="connsiteY29" fmla="*/ 14875 h 75202"/>
              <a:gd name="connsiteX30" fmla="*/ 254571 w 674257"/>
              <a:gd name="connsiteY30" fmla="*/ 9969 h 75202"/>
              <a:gd name="connsiteX31" fmla="*/ 625279 w 674257"/>
              <a:gd name="connsiteY31" fmla="*/ 9969 h 75202"/>
              <a:gd name="connsiteX32" fmla="*/ 630241 w 674257"/>
              <a:gd name="connsiteY32" fmla="*/ 5064 h 75202"/>
              <a:gd name="connsiteX33" fmla="*/ 635203 w 674257"/>
              <a:gd name="connsiteY33" fmla="*/ 9969 h 75202"/>
              <a:gd name="connsiteX34" fmla="*/ 630241 w 674257"/>
              <a:gd name="connsiteY34" fmla="*/ 14875 h 75202"/>
              <a:gd name="connsiteX35" fmla="*/ 625279 w 674257"/>
              <a:gd name="connsiteY35" fmla="*/ 9969 h 75202"/>
              <a:gd name="connsiteX36" fmla="*/ 86793 w 674257"/>
              <a:gd name="connsiteY36" fmla="*/ 57809 h 75202"/>
              <a:gd name="connsiteX37" fmla="*/ 78837 w 674257"/>
              <a:gd name="connsiteY37" fmla="*/ 57809 h 75202"/>
              <a:gd name="connsiteX38" fmla="*/ 78837 w 674257"/>
              <a:gd name="connsiteY38" fmla="*/ 54758 h 75202"/>
              <a:gd name="connsiteX39" fmla="*/ 67052 w 674257"/>
              <a:gd name="connsiteY39" fmla="*/ 58573 h 75202"/>
              <a:gd name="connsiteX40" fmla="*/ 53664 w 674257"/>
              <a:gd name="connsiteY40" fmla="*/ 45555 h 75202"/>
              <a:gd name="connsiteX41" fmla="*/ 65242 w 674257"/>
              <a:gd name="connsiteY41" fmla="*/ 34735 h 75202"/>
              <a:gd name="connsiteX42" fmla="*/ 78837 w 674257"/>
              <a:gd name="connsiteY42" fmla="*/ 32574 h 75202"/>
              <a:gd name="connsiteX43" fmla="*/ 72171 w 674257"/>
              <a:gd name="connsiteY43" fmla="*/ 26271 h 75202"/>
              <a:gd name="connsiteX44" fmla="*/ 62328 w 674257"/>
              <a:gd name="connsiteY44" fmla="*/ 32642 h 75202"/>
              <a:gd name="connsiteX45" fmla="*/ 55287 w 674257"/>
              <a:gd name="connsiteY45" fmla="*/ 28852 h 75202"/>
              <a:gd name="connsiteX46" fmla="*/ 86793 w 674257"/>
              <a:gd name="connsiteY46" fmla="*/ 31446 h 75202"/>
              <a:gd name="connsiteX47" fmla="*/ 86793 w 674257"/>
              <a:gd name="connsiteY47" fmla="*/ 57803 h 75202"/>
              <a:gd name="connsiteX48" fmla="*/ 78837 w 674257"/>
              <a:gd name="connsiteY48" fmla="*/ 39891 h 75202"/>
              <a:gd name="connsiteX49" fmla="*/ 73706 w 674257"/>
              <a:gd name="connsiteY49" fmla="*/ 49853 h 75202"/>
              <a:gd name="connsiteX50" fmla="*/ 61783 w 674257"/>
              <a:gd name="connsiteY50" fmla="*/ 47378 h 75202"/>
              <a:gd name="connsiteX51" fmla="*/ 67460 w 674257"/>
              <a:gd name="connsiteY51" fmla="*/ 41752 h 75202"/>
              <a:gd name="connsiteX52" fmla="*/ 78837 w 674257"/>
              <a:gd name="connsiteY52" fmla="*/ 39891 h 75202"/>
              <a:gd name="connsiteX53" fmla="*/ 534067 w 674257"/>
              <a:gd name="connsiteY53" fmla="*/ 57809 h 75202"/>
              <a:gd name="connsiteX54" fmla="*/ 526110 w 674257"/>
              <a:gd name="connsiteY54" fmla="*/ 57809 h 75202"/>
              <a:gd name="connsiteX55" fmla="*/ 526110 w 674257"/>
              <a:gd name="connsiteY55" fmla="*/ 54758 h 75202"/>
              <a:gd name="connsiteX56" fmla="*/ 514326 w 674257"/>
              <a:gd name="connsiteY56" fmla="*/ 58573 h 75202"/>
              <a:gd name="connsiteX57" fmla="*/ 500937 w 674257"/>
              <a:gd name="connsiteY57" fmla="*/ 45555 h 75202"/>
              <a:gd name="connsiteX58" fmla="*/ 512515 w 674257"/>
              <a:gd name="connsiteY58" fmla="*/ 34735 h 75202"/>
              <a:gd name="connsiteX59" fmla="*/ 526110 w 674257"/>
              <a:gd name="connsiteY59" fmla="*/ 32574 h 75202"/>
              <a:gd name="connsiteX60" fmla="*/ 519444 w 674257"/>
              <a:gd name="connsiteY60" fmla="*/ 26271 h 75202"/>
              <a:gd name="connsiteX61" fmla="*/ 509602 w 674257"/>
              <a:gd name="connsiteY61" fmla="*/ 32642 h 75202"/>
              <a:gd name="connsiteX62" fmla="*/ 502560 w 674257"/>
              <a:gd name="connsiteY62" fmla="*/ 28852 h 75202"/>
              <a:gd name="connsiteX63" fmla="*/ 534067 w 674257"/>
              <a:gd name="connsiteY63" fmla="*/ 31446 h 75202"/>
              <a:gd name="connsiteX64" fmla="*/ 534067 w 674257"/>
              <a:gd name="connsiteY64" fmla="*/ 57803 h 75202"/>
              <a:gd name="connsiteX65" fmla="*/ 526110 w 674257"/>
              <a:gd name="connsiteY65" fmla="*/ 39891 h 75202"/>
              <a:gd name="connsiteX66" fmla="*/ 520973 w 674257"/>
              <a:gd name="connsiteY66" fmla="*/ 49853 h 75202"/>
              <a:gd name="connsiteX67" fmla="*/ 509050 w 674257"/>
              <a:gd name="connsiteY67" fmla="*/ 47378 h 75202"/>
              <a:gd name="connsiteX68" fmla="*/ 514727 w 674257"/>
              <a:gd name="connsiteY68" fmla="*/ 41752 h 75202"/>
              <a:gd name="connsiteX69" fmla="*/ 526104 w 674257"/>
              <a:gd name="connsiteY69" fmla="*/ 39891 h 75202"/>
              <a:gd name="connsiteX70" fmla="*/ 596354 w 674257"/>
              <a:gd name="connsiteY70" fmla="*/ 57809 h 75202"/>
              <a:gd name="connsiteX71" fmla="*/ 588547 w 674257"/>
              <a:gd name="connsiteY71" fmla="*/ 57809 h 75202"/>
              <a:gd name="connsiteX72" fmla="*/ 588547 w 674257"/>
              <a:gd name="connsiteY72" fmla="*/ 4870 h 75202"/>
              <a:gd name="connsiteX73" fmla="*/ 596354 w 674257"/>
              <a:gd name="connsiteY73" fmla="*/ 4870 h 75202"/>
              <a:gd name="connsiteX74" fmla="*/ 596354 w 674257"/>
              <a:gd name="connsiteY74" fmla="*/ 35537 h 75202"/>
              <a:gd name="connsiteX75" fmla="*/ 613144 w 674257"/>
              <a:gd name="connsiteY75" fmla="*/ 19505 h 75202"/>
              <a:gd name="connsiteX76" fmla="*/ 624033 w 674257"/>
              <a:gd name="connsiteY76" fmla="*/ 19505 h 75202"/>
              <a:gd name="connsiteX77" fmla="*/ 607537 w 674257"/>
              <a:gd name="connsiteY77" fmla="*/ 35387 h 75202"/>
              <a:gd name="connsiteX78" fmla="*/ 624546 w 674257"/>
              <a:gd name="connsiteY78" fmla="*/ 57803 h 75202"/>
              <a:gd name="connsiteX79" fmla="*/ 614798 w 674257"/>
              <a:gd name="connsiteY79" fmla="*/ 57803 h 75202"/>
              <a:gd name="connsiteX80" fmla="*/ 601785 w 674257"/>
              <a:gd name="connsiteY80" fmla="*/ 40843 h 75202"/>
              <a:gd name="connsiteX81" fmla="*/ 596354 w 674257"/>
              <a:gd name="connsiteY81" fmla="*/ 46131 h 75202"/>
              <a:gd name="connsiteX82" fmla="*/ 596354 w 674257"/>
              <a:gd name="connsiteY82" fmla="*/ 57803 h 75202"/>
              <a:gd name="connsiteX83" fmla="*/ 634276 w 674257"/>
              <a:gd name="connsiteY83" fmla="*/ 19505 h 75202"/>
              <a:gd name="connsiteX84" fmla="*/ 626413 w 674257"/>
              <a:gd name="connsiteY84" fmla="*/ 19505 h 75202"/>
              <a:gd name="connsiteX85" fmla="*/ 626413 w 674257"/>
              <a:gd name="connsiteY85" fmla="*/ 57803 h 75202"/>
              <a:gd name="connsiteX86" fmla="*/ 634276 w 674257"/>
              <a:gd name="connsiteY86" fmla="*/ 57803 h 75202"/>
              <a:gd name="connsiteX87" fmla="*/ 634276 w 674257"/>
              <a:gd name="connsiteY87" fmla="*/ 19505 h 75202"/>
              <a:gd name="connsiteX88" fmla="*/ 263386 w 674257"/>
              <a:gd name="connsiteY88" fmla="*/ 19505 h 75202"/>
              <a:gd name="connsiteX89" fmla="*/ 255523 w 674257"/>
              <a:gd name="connsiteY89" fmla="*/ 19505 h 75202"/>
              <a:gd name="connsiteX90" fmla="*/ 255523 w 674257"/>
              <a:gd name="connsiteY90" fmla="*/ 57803 h 75202"/>
              <a:gd name="connsiteX91" fmla="*/ 263386 w 674257"/>
              <a:gd name="connsiteY91" fmla="*/ 57803 h 75202"/>
              <a:gd name="connsiteX92" fmla="*/ 263386 w 674257"/>
              <a:gd name="connsiteY92" fmla="*/ 19505 h 75202"/>
              <a:gd name="connsiteX93" fmla="*/ 298370 w 674257"/>
              <a:gd name="connsiteY93" fmla="*/ 57803 h 75202"/>
              <a:gd name="connsiteX94" fmla="*/ 298370 w 674257"/>
              <a:gd name="connsiteY94" fmla="*/ 4857 h 75202"/>
              <a:gd name="connsiteX95" fmla="*/ 306232 w 674257"/>
              <a:gd name="connsiteY95" fmla="*/ 4857 h 75202"/>
              <a:gd name="connsiteX96" fmla="*/ 306232 w 674257"/>
              <a:gd name="connsiteY96" fmla="*/ 21741 h 75202"/>
              <a:gd name="connsiteX97" fmla="*/ 315442 w 674257"/>
              <a:gd name="connsiteY97" fmla="*/ 18703 h 75202"/>
              <a:gd name="connsiteX98" fmla="*/ 330835 w 674257"/>
              <a:gd name="connsiteY98" fmla="*/ 34040 h 75202"/>
              <a:gd name="connsiteX99" fmla="*/ 330835 w 674257"/>
              <a:gd name="connsiteY99" fmla="*/ 57797 h 75202"/>
              <a:gd name="connsiteX100" fmla="*/ 322879 w 674257"/>
              <a:gd name="connsiteY100" fmla="*/ 57797 h 75202"/>
              <a:gd name="connsiteX101" fmla="*/ 322879 w 674257"/>
              <a:gd name="connsiteY101" fmla="*/ 34741 h 75202"/>
              <a:gd name="connsiteX102" fmla="*/ 314640 w 674257"/>
              <a:gd name="connsiteY102" fmla="*/ 26352 h 75202"/>
              <a:gd name="connsiteX103" fmla="*/ 306232 w 674257"/>
              <a:gd name="connsiteY103" fmla="*/ 34741 h 75202"/>
              <a:gd name="connsiteX104" fmla="*/ 306232 w 674257"/>
              <a:gd name="connsiteY104" fmla="*/ 57803 h 75202"/>
              <a:gd name="connsiteX105" fmla="*/ 298370 w 674257"/>
              <a:gd name="connsiteY105" fmla="*/ 57803 h 75202"/>
              <a:gd name="connsiteX106" fmla="*/ 268548 w 674257"/>
              <a:gd name="connsiteY106" fmla="*/ 27142 h 75202"/>
              <a:gd name="connsiteX107" fmla="*/ 268548 w 674257"/>
              <a:gd name="connsiteY107" fmla="*/ 19530 h 75202"/>
              <a:gd name="connsiteX108" fmla="*/ 272439 w 674257"/>
              <a:gd name="connsiteY108" fmla="*/ 19530 h 75202"/>
              <a:gd name="connsiteX109" fmla="*/ 275258 w 674257"/>
              <a:gd name="connsiteY109" fmla="*/ 16711 h 75202"/>
              <a:gd name="connsiteX110" fmla="*/ 275258 w 674257"/>
              <a:gd name="connsiteY110" fmla="*/ 11354 h 75202"/>
              <a:gd name="connsiteX111" fmla="*/ 283096 w 674257"/>
              <a:gd name="connsiteY111" fmla="*/ 11354 h 75202"/>
              <a:gd name="connsiteX112" fmla="*/ 283096 w 674257"/>
              <a:gd name="connsiteY112" fmla="*/ 19530 h 75202"/>
              <a:gd name="connsiteX113" fmla="*/ 291297 w 674257"/>
              <a:gd name="connsiteY113" fmla="*/ 19530 h 75202"/>
              <a:gd name="connsiteX114" fmla="*/ 291297 w 674257"/>
              <a:gd name="connsiteY114" fmla="*/ 27142 h 75202"/>
              <a:gd name="connsiteX115" fmla="*/ 283096 w 674257"/>
              <a:gd name="connsiteY115" fmla="*/ 27142 h 75202"/>
              <a:gd name="connsiteX116" fmla="*/ 283096 w 674257"/>
              <a:gd name="connsiteY116" fmla="*/ 46620 h 75202"/>
              <a:gd name="connsiteX117" fmla="*/ 287155 w 674257"/>
              <a:gd name="connsiteY117" fmla="*/ 50780 h 75202"/>
              <a:gd name="connsiteX118" fmla="*/ 291767 w 674257"/>
              <a:gd name="connsiteY118" fmla="*/ 50341 h 75202"/>
              <a:gd name="connsiteX119" fmla="*/ 291767 w 674257"/>
              <a:gd name="connsiteY119" fmla="*/ 57465 h 75202"/>
              <a:gd name="connsiteX120" fmla="*/ 286397 w 674257"/>
              <a:gd name="connsiteY120" fmla="*/ 58173 h 75202"/>
              <a:gd name="connsiteX121" fmla="*/ 275264 w 674257"/>
              <a:gd name="connsiteY121" fmla="*/ 46971 h 75202"/>
              <a:gd name="connsiteX122" fmla="*/ 275264 w 674257"/>
              <a:gd name="connsiteY122" fmla="*/ 27142 h 75202"/>
              <a:gd name="connsiteX123" fmla="*/ 268555 w 674257"/>
              <a:gd name="connsiteY123" fmla="*/ 27142 h 75202"/>
              <a:gd name="connsiteX124" fmla="*/ 204363 w 674257"/>
              <a:gd name="connsiteY124" fmla="*/ 19530 h 75202"/>
              <a:gd name="connsiteX125" fmla="*/ 195630 w 674257"/>
              <a:gd name="connsiteY125" fmla="*/ 19530 h 75202"/>
              <a:gd name="connsiteX126" fmla="*/ 209356 w 674257"/>
              <a:gd name="connsiteY126" fmla="*/ 57784 h 75202"/>
              <a:gd name="connsiteX127" fmla="*/ 216404 w 674257"/>
              <a:gd name="connsiteY127" fmla="*/ 57784 h 75202"/>
              <a:gd name="connsiteX128" fmla="*/ 224135 w 674257"/>
              <a:gd name="connsiteY128" fmla="*/ 33238 h 75202"/>
              <a:gd name="connsiteX129" fmla="*/ 231892 w 674257"/>
              <a:gd name="connsiteY129" fmla="*/ 57784 h 75202"/>
              <a:gd name="connsiteX130" fmla="*/ 238965 w 674257"/>
              <a:gd name="connsiteY130" fmla="*/ 57784 h 75202"/>
              <a:gd name="connsiteX131" fmla="*/ 252673 w 674257"/>
              <a:gd name="connsiteY131" fmla="*/ 19530 h 75202"/>
              <a:gd name="connsiteX132" fmla="*/ 244008 w 674257"/>
              <a:gd name="connsiteY132" fmla="*/ 19530 h 75202"/>
              <a:gd name="connsiteX133" fmla="*/ 235494 w 674257"/>
              <a:gd name="connsiteY133" fmla="*/ 44151 h 75202"/>
              <a:gd name="connsiteX134" fmla="*/ 227625 w 674257"/>
              <a:gd name="connsiteY134" fmla="*/ 19530 h 75202"/>
              <a:gd name="connsiteX135" fmla="*/ 220583 w 674257"/>
              <a:gd name="connsiteY135" fmla="*/ 19530 h 75202"/>
              <a:gd name="connsiteX136" fmla="*/ 212802 w 674257"/>
              <a:gd name="connsiteY136" fmla="*/ 44321 h 75202"/>
              <a:gd name="connsiteX137" fmla="*/ 204357 w 674257"/>
              <a:gd name="connsiteY137" fmla="*/ 19530 h 75202"/>
              <a:gd name="connsiteX138" fmla="*/ 139733 w 674257"/>
              <a:gd name="connsiteY138" fmla="*/ 38964 h 75202"/>
              <a:gd name="connsiteX139" fmla="*/ 159925 w 674257"/>
              <a:gd name="connsiteY139" fmla="*/ 58567 h 75202"/>
              <a:gd name="connsiteX140" fmla="*/ 177054 w 674257"/>
              <a:gd name="connsiteY140" fmla="*/ 47798 h 75202"/>
              <a:gd name="connsiteX141" fmla="*/ 170808 w 674257"/>
              <a:gd name="connsiteY141" fmla="*/ 44346 h 75202"/>
              <a:gd name="connsiteX142" fmla="*/ 159919 w 674257"/>
              <a:gd name="connsiteY142" fmla="*/ 51200 h 75202"/>
              <a:gd name="connsiteX143" fmla="*/ 148072 w 674257"/>
              <a:gd name="connsiteY143" fmla="*/ 41677 h 75202"/>
              <a:gd name="connsiteX144" fmla="*/ 177047 w 674257"/>
              <a:gd name="connsiteY144" fmla="*/ 41677 h 75202"/>
              <a:gd name="connsiteX145" fmla="*/ 176860 w 674257"/>
              <a:gd name="connsiteY145" fmla="*/ 31909 h 75202"/>
              <a:gd name="connsiteX146" fmla="*/ 159073 w 674257"/>
              <a:gd name="connsiteY146" fmla="*/ 18740 h 75202"/>
              <a:gd name="connsiteX147" fmla="*/ 139727 w 674257"/>
              <a:gd name="connsiteY147" fmla="*/ 38958 h 75202"/>
              <a:gd name="connsiteX148" fmla="*/ 148272 w 674257"/>
              <a:gd name="connsiteY148" fmla="*/ 34265 h 75202"/>
              <a:gd name="connsiteX149" fmla="*/ 169248 w 674257"/>
              <a:gd name="connsiteY149" fmla="*/ 34265 h 75202"/>
              <a:gd name="connsiteX150" fmla="*/ 159079 w 674257"/>
              <a:gd name="connsiteY150" fmla="*/ 26114 h 75202"/>
              <a:gd name="connsiteX151" fmla="*/ 148272 w 674257"/>
              <a:gd name="connsiteY151" fmla="*/ 34265 h 75202"/>
              <a:gd name="connsiteX152" fmla="*/ 93403 w 674257"/>
              <a:gd name="connsiteY152" fmla="*/ 38964 h 75202"/>
              <a:gd name="connsiteX153" fmla="*/ 113107 w 674257"/>
              <a:gd name="connsiteY153" fmla="*/ 58592 h 75202"/>
              <a:gd name="connsiteX154" fmla="*/ 125392 w 674257"/>
              <a:gd name="connsiteY154" fmla="*/ 54382 h 75202"/>
              <a:gd name="connsiteX155" fmla="*/ 125392 w 674257"/>
              <a:gd name="connsiteY155" fmla="*/ 57809 h 75202"/>
              <a:gd name="connsiteX156" fmla="*/ 133173 w 674257"/>
              <a:gd name="connsiteY156" fmla="*/ 57809 h 75202"/>
              <a:gd name="connsiteX157" fmla="*/ 133173 w 674257"/>
              <a:gd name="connsiteY157" fmla="*/ 4895 h 75202"/>
              <a:gd name="connsiteX158" fmla="*/ 125292 w 674257"/>
              <a:gd name="connsiteY158" fmla="*/ 4895 h 75202"/>
              <a:gd name="connsiteX159" fmla="*/ 125292 w 674257"/>
              <a:gd name="connsiteY159" fmla="*/ 22988 h 75202"/>
              <a:gd name="connsiteX160" fmla="*/ 113201 w 674257"/>
              <a:gd name="connsiteY160" fmla="*/ 18728 h 75202"/>
              <a:gd name="connsiteX161" fmla="*/ 93403 w 674257"/>
              <a:gd name="connsiteY161" fmla="*/ 38964 h 75202"/>
              <a:gd name="connsiteX162" fmla="*/ 101604 w 674257"/>
              <a:gd name="connsiteY162" fmla="*/ 38463 h 75202"/>
              <a:gd name="connsiteX163" fmla="*/ 113107 w 674257"/>
              <a:gd name="connsiteY163" fmla="*/ 50855 h 75202"/>
              <a:gd name="connsiteX164" fmla="*/ 125256 w 674257"/>
              <a:gd name="connsiteY164" fmla="*/ 39460 h 75202"/>
              <a:gd name="connsiteX165" fmla="*/ 125261 w 674257"/>
              <a:gd name="connsiteY165" fmla="*/ 38926 h 75202"/>
              <a:gd name="connsiteX166" fmla="*/ 112906 w 674257"/>
              <a:gd name="connsiteY166" fmla="*/ 26459 h 75202"/>
              <a:gd name="connsiteX167" fmla="*/ 101598 w 674257"/>
              <a:gd name="connsiteY167" fmla="*/ 38463 h 75202"/>
              <a:gd name="connsiteX168" fmla="*/ 582026 w 674257"/>
              <a:gd name="connsiteY168" fmla="*/ 38287 h 75202"/>
              <a:gd name="connsiteX169" fmla="*/ 562322 w 674257"/>
              <a:gd name="connsiteY169" fmla="*/ 18659 h 75202"/>
              <a:gd name="connsiteX170" fmla="*/ 550036 w 674257"/>
              <a:gd name="connsiteY170" fmla="*/ 22869 h 75202"/>
              <a:gd name="connsiteX171" fmla="*/ 550036 w 674257"/>
              <a:gd name="connsiteY171" fmla="*/ 19442 h 75202"/>
              <a:gd name="connsiteX172" fmla="*/ 542255 w 674257"/>
              <a:gd name="connsiteY172" fmla="*/ 19442 h 75202"/>
              <a:gd name="connsiteX173" fmla="*/ 542255 w 674257"/>
              <a:gd name="connsiteY173" fmla="*/ 70941 h 75202"/>
              <a:gd name="connsiteX174" fmla="*/ 550137 w 674257"/>
              <a:gd name="connsiteY174" fmla="*/ 70941 h 75202"/>
              <a:gd name="connsiteX175" fmla="*/ 550137 w 674257"/>
              <a:gd name="connsiteY175" fmla="*/ 54263 h 75202"/>
              <a:gd name="connsiteX176" fmla="*/ 562228 w 674257"/>
              <a:gd name="connsiteY176" fmla="*/ 58523 h 75202"/>
              <a:gd name="connsiteX177" fmla="*/ 582026 w 674257"/>
              <a:gd name="connsiteY177" fmla="*/ 38287 h 75202"/>
              <a:gd name="connsiteX178" fmla="*/ 573825 w 674257"/>
              <a:gd name="connsiteY178" fmla="*/ 38788 h 75202"/>
              <a:gd name="connsiteX179" fmla="*/ 562322 w 674257"/>
              <a:gd name="connsiteY179" fmla="*/ 26396 h 75202"/>
              <a:gd name="connsiteX180" fmla="*/ 550173 w 674257"/>
              <a:gd name="connsiteY180" fmla="*/ 37792 h 75202"/>
              <a:gd name="connsiteX181" fmla="*/ 550168 w 674257"/>
              <a:gd name="connsiteY181" fmla="*/ 38325 h 75202"/>
              <a:gd name="connsiteX182" fmla="*/ 562522 w 674257"/>
              <a:gd name="connsiteY182" fmla="*/ 50792 h 75202"/>
              <a:gd name="connsiteX183" fmla="*/ 573825 w 674257"/>
              <a:gd name="connsiteY183" fmla="*/ 38788 h 75202"/>
              <a:gd name="connsiteX184" fmla="*/ 642370 w 674257"/>
              <a:gd name="connsiteY184" fmla="*/ 57959 h 75202"/>
              <a:gd name="connsiteX185" fmla="*/ 642370 w 674257"/>
              <a:gd name="connsiteY185" fmla="*/ 19511 h 75202"/>
              <a:gd name="connsiteX186" fmla="*/ 650227 w 674257"/>
              <a:gd name="connsiteY186" fmla="*/ 19511 h 75202"/>
              <a:gd name="connsiteX187" fmla="*/ 650227 w 674257"/>
              <a:gd name="connsiteY187" fmla="*/ 21904 h 75202"/>
              <a:gd name="connsiteX188" fmla="*/ 659436 w 674257"/>
              <a:gd name="connsiteY188" fmla="*/ 18866 h 75202"/>
              <a:gd name="connsiteX189" fmla="*/ 674830 w 674257"/>
              <a:gd name="connsiteY189" fmla="*/ 34202 h 75202"/>
              <a:gd name="connsiteX190" fmla="*/ 674830 w 674257"/>
              <a:gd name="connsiteY190" fmla="*/ 57959 h 75202"/>
              <a:gd name="connsiteX191" fmla="*/ 666873 w 674257"/>
              <a:gd name="connsiteY191" fmla="*/ 57959 h 75202"/>
              <a:gd name="connsiteX192" fmla="*/ 666873 w 674257"/>
              <a:gd name="connsiteY192" fmla="*/ 34898 h 75202"/>
              <a:gd name="connsiteX193" fmla="*/ 658634 w 674257"/>
              <a:gd name="connsiteY193" fmla="*/ 26509 h 75202"/>
              <a:gd name="connsiteX194" fmla="*/ 650227 w 674257"/>
              <a:gd name="connsiteY194" fmla="*/ 34898 h 75202"/>
              <a:gd name="connsiteX195" fmla="*/ 650227 w 674257"/>
              <a:gd name="connsiteY195" fmla="*/ 57959 h 75202"/>
              <a:gd name="connsiteX196" fmla="*/ 642370 w 674257"/>
              <a:gd name="connsiteY196" fmla="*/ 57959 h 75202"/>
              <a:gd name="connsiteX197" fmla="*/ 452020 w 674257"/>
              <a:gd name="connsiteY197" fmla="*/ 57828 h 75202"/>
              <a:gd name="connsiteX198" fmla="*/ 452020 w 674257"/>
              <a:gd name="connsiteY198" fmla="*/ 5653 h 75202"/>
              <a:gd name="connsiteX199" fmla="*/ 458811 w 674257"/>
              <a:gd name="connsiteY199" fmla="*/ 5653 h 75202"/>
              <a:gd name="connsiteX200" fmla="*/ 485218 w 674257"/>
              <a:gd name="connsiteY200" fmla="*/ 41846 h 75202"/>
              <a:gd name="connsiteX201" fmla="*/ 485218 w 674257"/>
              <a:gd name="connsiteY201" fmla="*/ 5653 h 75202"/>
              <a:gd name="connsiteX202" fmla="*/ 493488 w 674257"/>
              <a:gd name="connsiteY202" fmla="*/ 5653 h 75202"/>
              <a:gd name="connsiteX203" fmla="*/ 493488 w 674257"/>
              <a:gd name="connsiteY203" fmla="*/ 57828 h 75202"/>
              <a:gd name="connsiteX204" fmla="*/ 486634 w 674257"/>
              <a:gd name="connsiteY204" fmla="*/ 57828 h 75202"/>
              <a:gd name="connsiteX205" fmla="*/ 460277 w 674257"/>
              <a:gd name="connsiteY205" fmla="*/ 21516 h 75202"/>
              <a:gd name="connsiteX206" fmla="*/ 460277 w 674257"/>
              <a:gd name="connsiteY206" fmla="*/ 57828 h 75202"/>
              <a:gd name="connsiteX207" fmla="*/ 452014 w 674257"/>
              <a:gd name="connsiteY207" fmla="*/ 57828 h 75202"/>
              <a:gd name="connsiteX208" fmla="*/ 8343 w 674257"/>
              <a:gd name="connsiteY208" fmla="*/ 57809 h 75202"/>
              <a:gd name="connsiteX209" fmla="*/ 574 w 674257"/>
              <a:gd name="connsiteY209" fmla="*/ 57809 h 75202"/>
              <a:gd name="connsiteX210" fmla="*/ 574 w 674257"/>
              <a:gd name="connsiteY210" fmla="*/ 9117 h 75202"/>
              <a:gd name="connsiteX211" fmla="*/ 6927 w 674257"/>
              <a:gd name="connsiteY211" fmla="*/ 9117 h 75202"/>
              <a:gd name="connsiteX212" fmla="*/ 23617 w 674257"/>
              <a:gd name="connsiteY212" fmla="*/ 31653 h 75202"/>
              <a:gd name="connsiteX213" fmla="*/ 40244 w 674257"/>
              <a:gd name="connsiteY213" fmla="*/ 9149 h 75202"/>
              <a:gd name="connsiteX214" fmla="*/ 46697 w 674257"/>
              <a:gd name="connsiteY214" fmla="*/ 9149 h 75202"/>
              <a:gd name="connsiteX215" fmla="*/ 46697 w 674257"/>
              <a:gd name="connsiteY215" fmla="*/ 57803 h 75202"/>
              <a:gd name="connsiteX216" fmla="*/ 38828 w 674257"/>
              <a:gd name="connsiteY216" fmla="*/ 57803 h 75202"/>
              <a:gd name="connsiteX217" fmla="*/ 38828 w 674257"/>
              <a:gd name="connsiteY217" fmla="*/ 24059 h 75202"/>
              <a:gd name="connsiteX218" fmla="*/ 23617 w 674257"/>
              <a:gd name="connsiteY218" fmla="*/ 44772 h 75202"/>
              <a:gd name="connsiteX219" fmla="*/ 8343 w 674257"/>
              <a:gd name="connsiteY219" fmla="*/ 23934 h 75202"/>
              <a:gd name="connsiteX220" fmla="*/ 8343 w 674257"/>
              <a:gd name="connsiteY220" fmla="*/ 57809 h 75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</a:cxnLst>
            <a:rect l="l" t="t" r="r" b="b"/>
            <a:pathLst>
              <a:path w="674257" h="75202">
                <a:moveTo>
                  <a:pt x="384514" y="74148"/>
                </a:moveTo>
                <a:cubicBezTo>
                  <a:pt x="384831" y="75317"/>
                  <a:pt x="386036" y="76007"/>
                  <a:pt x="387205" y="75690"/>
                </a:cubicBezTo>
                <a:cubicBezTo>
                  <a:pt x="387570" y="75591"/>
                  <a:pt x="387904" y="75398"/>
                  <a:pt x="388173" y="75132"/>
                </a:cubicBezTo>
                <a:lnTo>
                  <a:pt x="420770" y="42923"/>
                </a:lnTo>
                <a:lnTo>
                  <a:pt x="382033" y="64995"/>
                </a:lnTo>
                <a:lnTo>
                  <a:pt x="384514" y="74148"/>
                </a:lnTo>
                <a:close/>
                <a:moveTo>
                  <a:pt x="370631" y="847"/>
                </a:moveTo>
                <a:cubicBezTo>
                  <a:pt x="369576" y="252"/>
                  <a:pt x="368239" y="625"/>
                  <a:pt x="367643" y="1680"/>
                </a:cubicBezTo>
                <a:cubicBezTo>
                  <a:pt x="367458" y="2009"/>
                  <a:pt x="367360" y="2380"/>
                  <a:pt x="367360" y="2758"/>
                </a:cubicBezTo>
                <a:lnTo>
                  <a:pt x="367360" y="22249"/>
                </a:lnTo>
                <a:lnTo>
                  <a:pt x="387885" y="10546"/>
                </a:lnTo>
                <a:lnTo>
                  <a:pt x="370631" y="847"/>
                </a:lnTo>
                <a:close/>
                <a:moveTo>
                  <a:pt x="393987" y="14035"/>
                </a:moveTo>
                <a:lnTo>
                  <a:pt x="367360" y="29203"/>
                </a:lnTo>
                <a:lnTo>
                  <a:pt x="367360" y="44521"/>
                </a:lnTo>
                <a:lnTo>
                  <a:pt x="407400" y="21691"/>
                </a:lnTo>
                <a:lnTo>
                  <a:pt x="393987" y="14035"/>
                </a:lnTo>
                <a:close/>
                <a:moveTo>
                  <a:pt x="423483" y="34729"/>
                </a:moveTo>
                <a:cubicBezTo>
                  <a:pt x="424536" y="34132"/>
                  <a:pt x="424906" y="32793"/>
                  <a:pt x="424309" y="31740"/>
                </a:cubicBezTo>
                <a:cubicBezTo>
                  <a:pt x="424114" y="31395"/>
                  <a:pt x="423828" y="31109"/>
                  <a:pt x="423483" y="30913"/>
                </a:cubicBezTo>
                <a:lnTo>
                  <a:pt x="413509" y="25275"/>
                </a:lnTo>
                <a:lnTo>
                  <a:pt x="367367" y="51582"/>
                </a:lnTo>
                <a:lnTo>
                  <a:pt x="367367" y="62746"/>
                </a:lnTo>
                <a:cubicBezTo>
                  <a:pt x="367364" y="63957"/>
                  <a:pt x="368344" y="64941"/>
                  <a:pt x="369555" y="64943"/>
                </a:cubicBezTo>
                <a:cubicBezTo>
                  <a:pt x="369936" y="64944"/>
                  <a:pt x="370312" y="64845"/>
                  <a:pt x="370643" y="64657"/>
                </a:cubicBezTo>
                <a:lnTo>
                  <a:pt x="423489" y="34729"/>
                </a:lnTo>
                <a:close/>
                <a:moveTo>
                  <a:pt x="254571" y="9969"/>
                </a:moveTo>
                <a:cubicBezTo>
                  <a:pt x="254571" y="7257"/>
                  <a:pt x="256795" y="5064"/>
                  <a:pt x="259533" y="5064"/>
                </a:cubicBezTo>
                <a:cubicBezTo>
                  <a:pt x="262271" y="5064"/>
                  <a:pt x="264495" y="7257"/>
                  <a:pt x="264495" y="9969"/>
                </a:cubicBezTo>
                <a:cubicBezTo>
                  <a:pt x="264495" y="12682"/>
                  <a:pt x="262271" y="14875"/>
                  <a:pt x="259533" y="14875"/>
                </a:cubicBezTo>
                <a:cubicBezTo>
                  <a:pt x="256795" y="14875"/>
                  <a:pt x="254571" y="12682"/>
                  <a:pt x="254571" y="9969"/>
                </a:cubicBezTo>
                <a:close/>
                <a:moveTo>
                  <a:pt x="625279" y="9969"/>
                </a:moveTo>
                <a:cubicBezTo>
                  <a:pt x="625279" y="7257"/>
                  <a:pt x="627503" y="5064"/>
                  <a:pt x="630241" y="5064"/>
                </a:cubicBezTo>
                <a:cubicBezTo>
                  <a:pt x="632979" y="5064"/>
                  <a:pt x="635203" y="7257"/>
                  <a:pt x="635203" y="9969"/>
                </a:cubicBezTo>
                <a:cubicBezTo>
                  <a:pt x="635203" y="12682"/>
                  <a:pt x="632979" y="14875"/>
                  <a:pt x="630241" y="14875"/>
                </a:cubicBezTo>
                <a:cubicBezTo>
                  <a:pt x="627503" y="14875"/>
                  <a:pt x="625279" y="12682"/>
                  <a:pt x="625279" y="9969"/>
                </a:cubicBezTo>
                <a:close/>
                <a:moveTo>
                  <a:pt x="86793" y="57809"/>
                </a:moveTo>
                <a:lnTo>
                  <a:pt x="78837" y="57809"/>
                </a:lnTo>
                <a:lnTo>
                  <a:pt x="78837" y="54758"/>
                </a:lnTo>
                <a:cubicBezTo>
                  <a:pt x="77108" y="56017"/>
                  <a:pt x="73424" y="58573"/>
                  <a:pt x="67052" y="58573"/>
                </a:cubicBezTo>
                <a:cubicBezTo>
                  <a:pt x="59522" y="58573"/>
                  <a:pt x="52806" y="53599"/>
                  <a:pt x="53664" y="45555"/>
                </a:cubicBezTo>
                <a:cubicBezTo>
                  <a:pt x="54403" y="38626"/>
                  <a:pt x="60887" y="35631"/>
                  <a:pt x="65242" y="34735"/>
                </a:cubicBezTo>
                <a:lnTo>
                  <a:pt x="78837" y="32574"/>
                </a:lnTo>
                <a:cubicBezTo>
                  <a:pt x="78837" y="29197"/>
                  <a:pt x="77020" y="26584"/>
                  <a:pt x="72171" y="26271"/>
                </a:cubicBezTo>
                <a:cubicBezTo>
                  <a:pt x="67322" y="25958"/>
                  <a:pt x="64590" y="28182"/>
                  <a:pt x="62328" y="32642"/>
                </a:cubicBezTo>
                <a:lnTo>
                  <a:pt x="55287" y="28852"/>
                </a:lnTo>
                <a:cubicBezTo>
                  <a:pt x="62917" y="12369"/>
                  <a:pt x="86793" y="17801"/>
                  <a:pt x="86793" y="31446"/>
                </a:cubicBezTo>
                <a:lnTo>
                  <a:pt x="86793" y="57803"/>
                </a:lnTo>
                <a:close/>
                <a:moveTo>
                  <a:pt x="78837" y="39891"/>
                </a:moveTo>
                <a:cubicBezTo>
                  <a:pt x="78874" y="42372"/>
                  <a:pt x="78448" y="46858"/>
                  <a:pt x="73706" y="49853"/>
                </a:cubicBezTo>
                <a:cubicBezTo>
                  <a:pt x="70028" y="52171"/>
                  <a:pt x="62172" y="51726"/>
                  <a:pt x="61783" y="47378"/>
                </a:cubicBezTo>
                <a:cubicBezTo>
                  <a:pt x="61476" y="43901"/>
                  <a:pt x="64672" y="42422"/>
                  <a:pt x="67460" y="41752"/>
                </a:cubicBezTo>
                <a:lnTo>
                  <a:pt x="78837" y="39891"/>
                </a:lnTo>
                <a:close/>
                <a:moveTo>
                  <a:pt x="534067" y="57809"/>
                </a:moveTo>
                <a:lnTo>
                  <a:pt x="526110" y="57809"/>
                </a:lnTo>
                <a:lnTo>
                  <a:pt x="526110" y="54758"/>
                </a:lnTo>
                <a:cubicBezTo>
                  <a:pt x="524381" y="56017"/>
                  <a:pt x="520697" y="58573"/>
                  <a:pt x="514326" y="58573"/>
                </a:cubicBezTo>
                <a:cubicBezTo>
                  <a:pt x="506795" y="58573"/>
                  <a:pt x="500079" y="53599"/>
                  <a:pt x="500937" y="45555"/>
                </a:cubicBezTo>
                <a:cubicBezTo>
                  <a:pt x="501676" y="38626"/>
                  <a:pt x="508161" y="35631"/>
                  <a:pt x="512515" y="34735"/>
                </a:cubicBezTo>
                <a:lnTo>
                  <a:pt x="526110" y="32574"/>
                </a:lnTo>
                <a:cubicBezTo>
                  <a:pt x="526110" y="29197"/>
                  <a:pt x="524293" y="26584"/>
                  <a:pt x="519444" y="26271"/>
                </a:cubicBezTo>
                <a:cubicBezTo>
                  <a:pt x="514595" y="25958"/>
                  <a:pt x="511863" y="28182"/>
                  <a:pt x="509602" y="32642"/>
                </a:cubicBezTo>
                <a:lnTo>
                  <a:pt x="502560" y="28852"/>
                </a:lnTo>
                <a:cubicBezTo>
                  <a:pt x="510191" y="12369"/>
                  <a:pt x="534067" y="17801"/>
                  <a:pt x="534067" y="31446"/>
                </a:cubicBezTo>
                <a:lnTo>
                  <a:pt x="534067" y="57803"/>
                </a:lnTo>
                <a:close/>
                <a:moveTo>
                  <a:pt x="526110" y="39891"/>
                </a:moveTo>
                <a:cubicBezTo>
                  <a:pt x="526148" y="42372"/>
                  <a:pt x="525722" y="46858"/>
                  <a:pt x="520973" y="49853"/>
                </a:cubicBezTo>
                <a:cubicBezTo>
                  <a:pt x="517295" y="52171"/>
                  <a:pt x="509439" y="51726"/>
                  <a:pt x="509050" y="47378"/>
                </a:cubicBezTo>
                <a:cubicBezTo>
                  <a:pt x="508743" y="43901"/>
                  <a:pt x="511939" y="42422"/>
                  <a:pt x="514727" y="41752"/>
                </a:cubicBezTo>
                <a:lnTo>
                  <a:pt x="526104" y="39891"/>
                </a:lnTo>
                <a:close/>
                <a:moveTo>
                  <a:pt x="596354" y="57809"/>
                </a:moveTo>
                <a:lnTo>
                  <a:pt x="588547" y="57809"/>
                </a:lnTo>
                <a:lnTo>
                  <a:pt x="588547" y="4870"/>
                </a:lnTo>
                <a:lnTo>
                  <a:pt x="596354" y="4870"/>
                </a:lnTo>
                <a:lnTo>
                  <a:pt x="596354" y="35537"/>
                </a:lnTo>
                <a:lnTo>
                  <a:pt x="613144" y="19505"/>
                </a:lnTo>
                <a:lnTo>
                  <a:pt x="624033" y="19505"/>
                </a:lnTo>
                <a:lnTo>
                  <a:pt x="607537" y="35387"/>
                </a:lnTo>
                <a:lnTo>
                  <a:pt x="624546" y="57803"/>
                </a:lnTo>
                <a:lnTo>
                  <a:pt x="614798" y="57803"/>
                </a:lnTo>
                <a:lnTo>
                  <a:pt x="601785" y="40843"/>
                </a:lnTo>
                <a:lnTo>
                  <a:pt x="596354" y="46131"/>
                </a:lnTo>
                <a:lnTo>
                  <a:pt x="596354" y="57803"/>
                </a:lnTo>
                <a:close/>
                <a:moveTo>
                  <a:pt x="634276" y="19505"/>
                </a:moveTo>
                <a:lnTo>
                  <a:pt x="626413" y="19505"/>
                </a:lnTo>
                <a:lnTo>
                  <a:pt x="626413" y="57803"/>
                </a:lnTo>
                <a:lnTo>
                  <a:pt x="634276" y="57803"/>
                </a:lnTo>
                <a:lnTo>
                  <a:pt x="634276" y="19505"/>
                </a:lnTo>
                <a:close/>
                <a:moveTo>
                  <a:pt x="263386" y="19505"/>
                </a:moveTo>
                <a:lnTo>
                  <a:pt x="255523" y="19505"/>
                </a:lnTo>
                <a:lnTo>
                  <a:pt x="255523" y="57803"/>
                </a:lnTo>
                <a:lnTo>
                  <a:pt x="263386" y="57803"/>
                </a:lnTo>
                <a:lnTo>
                  <a:pt x="263386" y="19505"/>
                </a:lnTo>
                <a:close/>
                <a:moveTo>
                  <a:pt x="298370" y="57803"/>
                </a:moveTo>
                <a:lnTo>
                  <a:pt x="298370" y="4857"/>
                </a:lnTo>
                <a:lnTo>
                  <a:pt x="306232" y="4857"/>
                </a:lnTo>
                <a:lnTo>
                  <a:pt x="306232" y="21741"/>
                </a:lnTo>
                <a:cubicBezTo>
                  <a:pt x="308494" y="19574"/>
                  <a:pt x="312498" y="18703"/>
                  <a:pt x="315442" y="18703"/>
                </a:cubicBezTo>
                <a:cubicBezTo>
                  <a:pt x="324539" y="18703"/>
                  <a:pt x="330961" y="25482"/>
                  <a:pt x="330835" y="34040"/>
                </a:cubicBezTo>
                <a:lnTo>
                  <a:pt x="330835" y="57797"/>
                </a:lnTo>
                <a:lnTo>
                  <a:pt x="322879" y="57797"/>
                </a:lnTo>
                <a:lnTo>
                  <a:pt x="322879" y="34741"/>
                </a:lnTo>
                <a:cubicBezTo>
                  <a:pt x="322879" y="32185"/>
                  <a:pt x="321538" y="26352"/>
                  <a:pt x="314640" y="26352"/>
                </a:cubicBezTo>
                <a:cubicBezTo>
                  <a:pt x="308576" y="26352"/>
                  <a:pt x="306232" y="31089"/>
                  <a:pt x="306232" y="34741"/>
                </a:cubicBezTo>
                <a:lnTo>
                  <a:pt x="306232" y="57803"/>
                </a:lnTo>
                <a:lnTo>
                  <a:pt x="298370" y="57803"/>
                </a:lnTo>
                <a:close/>
                <a:moveTo>
                  <a:pt x="268548" y="27142"/>
                </a:moveTo>
                <a:lnTo>
                  <a:pt x="268548" y="19530"/>
                </a:lnTo>
                <a:lnTo>
                  <a:pt x="272439" y="19530"/>
                </a:lnTo>
                <a:cubicBezTo>
                  <a:pt x="273996" y="19530"/>
                  <a:pt x="275258" y="18268"/>
                  <a:pt x="275258" y="16711"/>
                </a:cubicBezTo>
                <a:lnTo>
                  <a:pt x="275258" y="11354"/>
                </a:lnTo>
                <a:lnTo>
                  <a:pt x="283096" y="11354"/>
                </a:lnTo>
                <a:lnTo>
                  <a:pt x="283096" y="19530"/>
                </a:lnTo>
                <a:lnTo>
                  <a:pt x="291297" y="19530"/>
                </a:lnTo>
                <a:lnTo>
                  <a:pt x="291297" y="27142"/>
                </a:lnTo>
                <a:lnTo>
                  <a:pt x="283096" y="27142"/>
                </a:lnTo>
                <a:lnTo>
                  <a:pt x="283096" y="46620"/>
                </a:lnTo>
                <a:cubicBezTo>
                  <a:pt x="283096" y="48455"/>
                  <a:pt x="283754" y="50780"/>
                  <a:pt x="287155" y="50780"/>
                </a:cubicBezTo>
                <a:cubicBezTo>
                  <a:pt x="289442" y="50780"/>
                  <a:pt x="290482" y="50560"/>
                  <a:pt x="291767" y="50341"/>
                </a:cubicBezTo>
                <a:lnTo>
                  <a:pt x="291767" y="57465"/>
                </a:lnTo>
                <a:cubicBezTo>
                  <a:pt x="291767" y="57465"/>
                  <a:pt x="289505" y="58173"/>
                  <a:pt x="286397" y="58173"/>
                </a:cubicBezTo>
                <a:cubicBezTo>
                  <a:pt x="277639" y="58173"/>
                  <a:pt x="275264" y="51588"/>
                  <a:pt x="275264" y="46971"/>
                </a:cubicBezTo>
                <a:lnTo>
                  <a:pt x="275264" y="27142"/>
                </a:lnTo>
                <a:lnTo>
                  <a:pt x="268555" y="27142"/>
                </a:lnTo>
                <a:close/>
                <a:moveTo>
                  <a:pt x="204363" y="19530"/>
                </a:moveTo>
                <a:lnTo>
                  <a:pt x="195630" y="19530"/>
                </a:lnTo>
                <a:lnTo>
                  <a:pt x="209356" y="57784"/>
                </a:lnTo>
                <a:lnTo>
                  <a:pt x="216404" y="57784"/>
                </a:lnTo>
                <a:lnTo>
                  <a:pt x="224135" y="33238"/>
                </a:lnTo>
                <a:lnTo>
                  <a:pt x="231892" y="57784"/>
                </a:lnTo>
                <a:lnTo>
                  <a:pt x="238965" y="57784"/>
                </a:lnTo>
                <a:lnTo>
                  <a:pt x="252673" y="19530"/>
                </a:lnTo>
                <a:lnTo>
                  <a:pt x="244008" y="19530"/>
                </a:lnTo>
                <a:lnTo>
                  <a:pt x="235494" y="44151"/>
                </a:lnTo>
                <a:lnTo>
                  <a:pt x="227625" y="19530"/>
                </a:lnTo>
                <a:lnTo>
                  <a:pt x="220583" y="19530"/>
                </a:lnTo>
                <a:lnTo>
                  <a:pt x="212802" y="44321"/>
                </a:lnTo>
                <a:lnTo>
                  <a:pt x="204357" y="19530"/>
                </a:lnTo>
                <a:close/>
                <a:moveTo>
                  <a:pt x="139733" y="38964"/>
                </a:moveTo>
                <a:cubicBezTo>
                  <a:pt x="139608" y="48775"/>
                  <a:pt x="147170" y="58567"/>
                  <a:pt x="159925" y="58567"/>
                </a:cubicBezTo>
                <a:cubicBezTo>
                  <a:pt x="169736" y="58567"/>
                  <a:pt x="174855" y="52816"/>
                  <a:pt x="177054" y="47798"/>
                </a:cubicBezTo>
                <a:lnTo>
                  <a:pt x="170808" y="44346"/>
                </a:lnTo>
                <a:cubicBezTo>
                  <a:pt x="168834" y="46845"/>
                  <a:pt x="165789" y="51200"/>
                  <a:pt x="159919" y="51200"/>
                </a:cubicBezTo>
                <a:cubicBezTo>
                  <a:pt x="152745" y="51200"/>
                  <a:pt x="148485" y="46307"/>
                  <a:pt x="148072" y="41677"/>
                </a:cubicBezTo>
                <a:lnTo>
                  <a:pt x="177047" y="41677"/>
                </a:lnTo>
                <a:cubicBezTo>
                  <a:pt x="177511" y="39897"/>
                  <a:pt x="177975" y="35443"/>
                  <a:pt x="176860" y="31909"/>
                </a:cubicBezTo>
                <a:cubicBezTo>
                  <a:pt x="174754" y="25243"/>
                  <a:pt x="169210" y="18740"/>
                  <a:pt x="159073" y="18740"/>
                </a:cubicBezTo>
                <a:cubicBezTo>
                  <a:pt x="148936" y="18740"/>
                  <a:pt x="139727" y="25958"/>
                  <a:pt x="139727" y="38958"/>
                </a:cubicBezTo>
                <a:close/>
                <a:moveTo>
                  <a:pt x="148272" y="34265"/>
                </a:moveTo>
                <a:lnTo>
                  <a:pt x="169248" y="34265"/>
                </a:lnTo>
                <a:cubicBezTo>
                  <a:pt x="168903" y="31571"/>
                  <a:pt x="165702" y="26114"/>
                  <a:pt x="159079" y="26114"/>
                </a:cubicBezTo>
                <a:cubicBezTo>
                  <a:pt x="154059" y="26106"/>
                  <a:pt x="149644" y="29435"/>
                  <a:pt x="148272" y="34265"/>
                </a:cubicBezTo>
                <a:close/>
                <a:moveTo>
                  <a:pt x="93403" y="38964"/>
                </a:moveTo>
                <a:cubicBezTo>
                  <a:pt x="93641" y="49978"/>
                  <a:pt x="101403" y="58592"/>
                  <a:pt x="113107" y="58592"/>
                </a:cubicBezTo>
                <a:cubicBezTo>
                  <a:pt x="119835" y="58592"/>
                  <a:pt x="123901" y="55604"/>
                  <a:pt x="125392" y="54382"/>
                </a:cubicBezTo>
                <a:lnTo>
                  <a:pt x="125392" y="57809"/>
                </a:lnTo>
                <a:lnTo>
                  <a:pt x="133173" y="57809"/>
                </a:lnTo>
                <a:lnTo>
                  <a:pt x="133173" y="4895"/>
                </a:lnTo>
                <a:lnTo>
                  <a:pt x="125292" y="4895"/>
                </a:lnTo>
                <a:lnTo>
                  <a:pt x="125292" y="22988"/>
                </a:lnTo>
                <a:cubicBezTo>
                  <a:pt x="122698" y="20733"/>
                  <a:pt x="118639" y="18728"/>
                  <a:pt x="113201" y="18728"/>
                </a:cubicBezTo>
                <a:cubicBezTo>
                  <a:pt x="101234" y="18728"/>
                  <a:pt x="93165" y="27956"/>
                  <a:pt x="93403" y="38964"/>
                </a:cubicBezTo>
                <a:close/>
                <a:moveTo>
                  <a:pt x="101604" y="38463"/>
                </a:moveTo>
                <a:cubicBezTo>
                  <a:pt x="101604" y="45473"/>
                  <a:pt x="106134" y="50855"/>
                  <a:pt x="113107" y="50855"/>
                </a:cubicBezTo>
                <a:cubicBezTo>
                  <a:pt x="119608" y="51063"/>
                  <a:pt x="125048" y="45961"/>
                  <a:pt x="125256" y="39460"/>
                </a:cubicBezTo>
                <a:cubicBezTo>
                  <a:pt x="125261" y="39282"/>
                  <a:pt x="125263" y="39104"/>
                  <a:pt x="125261" y="38926"/>
                </a:cubicBezTo>
                <a:cubicBezTo>
                  <a:pt x="125261" y="30337"/>
                  <a:pt x="118927" y="26459"/>
                  <a:pt x="112906" y="26459"/>
                </a:cubicBezTo>
                <a:cubicBezTo>
                  <a:pt x="106885" y="26459"/>
                  <a:pt x="101598" y="31458"/>
                  <a:pt x="101598" y="38463"/>
                </a:cubicBezTo>
                <a:close/>
                <a:moveTo>
                  <a:pt x="582026" y="38287"/>
                </a:moveTo>
                <a:cubicBezTo>
                  <a:pt x="581788" y="27273"/>
                  <a:pt x="574025" y="18659"/>
                  <a:pt x="562322" y="18659"/>
                </a:cubicBezTo>
                <a:cubicBezTo>
                  <a:pt x="555593" y="18659"/>
                  <a:pt x="551527" y="21647"/>
                  <a:pt x="550036" y="22869"/>
                </a:cubicBezTo>
                <a:lnTo>
                  <a:pt x="550036" y="19442"/>
                </a:lnTo>
                <a:lnTo>
                  <a:pt x="542255" y="19442"/>
                </a:lnTo>
                <a:lnTo>
                  <a:pt x="542255" y="70941"/>
                </a:lnTo>
                <a:lnTo>
                  <a:pt x="550137" y="70941"/>
                </a:lnTo>
                <a:lnTo>
                  <a:pt x="550137" y="54263"/>
                </a:lnTo>
                <a:cubicBezTo>
                  <a:pt x="552730" y="56519"/>
                  <a:pt x="556796" y="58523"/>
                  <a:pt x="562228" y="58523"/>
                </a:cubicBezTo>
                <a:cubicBezTo>
                  <a:pt x="574194" y="58523"/>
                  <a:pt x="582264" y="49295"/>
                  <a:pt x="582026" y="38287"/>
                </a:cubicBezTo>
                <a:close/>
                <a:moveTo>
                  <a:pt x="573825" y="38788"/>
                </a:moveTo>
                <a:cubicBezTo>
                  <a:pt x="573825" y="31778"/>
                  <a:pt x="569295" y="26396"/>
                  <a:pt x="562322" y="26396"/>
                </a:cubicBezTo>
                <a:cubicBezTo>
                  <a:pt x="555820" y="26188"/>
                  <a:pt x="550381" y="31290"/>
                  <a:pt x="550173" y="37792"/>
                </a:cubicBezTo>
                <a:cubicBezTo>
                  <a:pt x="550167" y="37969"/>
                  <a:pt x="550166" y="38147"/>
                  <a:pt x="550168" y="38325"/>
                </a:cubicBezTo>
                <a:cubicBezTo>
                  <a:pt x="550168" y="46914"/>
                  <a:pt x="556502" y="50792"/>
                  <a:pt x="562522" y="50792"/>
                </a:cubicBezTo>
                <a:cubicBezTo>
                  <a:pt x="568543" y="50792"/>
                  <a:pt x="573825" y="45793"/>
                  <a:pt x="573825" y="38788"/>
                </a:cubicBezTo>
                <a:close/>
                <a:moveTo>
                  <a:pt x="642370" y="57959"/>
                </a:moveTo>
                <a:lnTo>
                  <a:pt x="642370" y="19511"/>
                </a:lnTo>
                <a:lnTo>
                  <a:pt x="650227" y="19511"/>
                </a:lnTo>
                <a:lnTo>
                  <a:pt x="650227" y="21904"/>
                </a:lnTo>
                <a:cubicBezTo>
                  <a:pt x="652488" y="19737"/>
                  <a:pt x="656492" y="18866"/>
                  <a:pt x="659436" y="18866"/>
                </a:cubicBezTo>
                <a:cubicBezTo>
                  <a:pt x="668533" y="18866"/>
                  <a:pt x="674955" y="25644"/>
                  <a:pt x="674830" y="34202"/>
                </a:cubicBezTo>
                <a:lnTo>
                  <a:pt x="674830" y="57959"/>
                </a:lnTo>
                <a:lnTo>
                  <a:pt x="666873" y="57959"/>
                </a:lnTo>
                <a:lnTo>
                  <a:pt x="666873" y="34898"/>
                </a:lnTo>
                <a:cubicBezTo>
                  <a:pt x="666873" y="32342"/>
                  <a:pt x="665532" y="26509"/>
                  <a:pt x="658634" y="26509"/>
                </a:cubicBezTo>
                <a:cubicBezTo>
                  <a:pt x="652564" y="26509"/>
                  <a:pt x="650227" y="31245"/>
                  <a:pt x="650227" y="34898"/>
                </a:cubicBezTo>
                <a:lnTo>
                  <a:pt x="650227" y="57959"/>
                </a:lnTo>
                <a:lnTo>
                  <a:pt x="642370" y="57959"/>
                </a:lnTo>
                <a:close/>
                <a:moveTo>
                  <a:pt x="452020" y="57828"/>
                </a:moveTo>
                <a:lnTo>
                  <a:pt x="452020" y="5653"/>
                </a:lnTo>
                <a:lnTo>
                  <a:pt x="458811" y="5653"/>
                </a:lnTo>
                <a:lnTo>
                  <a:pt x="485218" y="41846"/>
                </a:lnTo>
                <a:lnTo>
                  <a:pt x="485218" y="5653"/>
                </a:lnTo>
                <a:lnTo>
                  <a:pt x="493488" y="5653"/>
                </a:lnTo>
                <a:lnTo>
                  <a:pt x="493488" y="57828"/>
                </a:lnTo>
                <a:lnTo>
                  <a:pt x="486634" y="57828"/>
                </a:lnTo>
                <a:lnTo>
                  <a:pt x="460277" y="21516"/>
                </a:lnTo>
                <a:lnTo>
                  <a:pt x="460277" y="57828"/>
                </a:lnTo>
                <a:lnTo>
                  <a:pt x="452014" y="57828"/>
                </a:lnTo>
                <a:close/>
                <a:moveTo>
                  <a:pt x="8343" y="57809"/>
                </a:moveTo>
                <a:lnTo>
                  <a:pt x="574" y="57809"/>
                </a:lnTo>
                <a:lnTo>
                  <a:pt x="574" y="9117"/>
                </a:lnTo>
                <a:lnTo>
                  <a:pt x="6927" y="9117"/>
                </a:lnTo>
                <a:lnTo>
                  <a:pt x="23617" y="31653"/>
                </a:lnTo>
                <a:lnTo>
                  <a:pt x="40244" y="9149"/>
                </a:lnTo>
                <a:lnTo>
                  <a:pt x="46697" y="9149"/>
                </a:lnTo>
                <a:lnTo>
                  <a:pt x="46697" y="57803"/>
                </a:lnTo>
                <a:lnTo>
                  <a:pt x="38828" y="57803"/>
                </a:lnTo>
                <a:lnTo>
                  <a:pt x="38828" y="24059"/>
                </a:lnTo>
                <a:lnTo>
                  <a:pt x="23617" y="44772"/>
                </a:lnTo>
                <a:lnTo>
                  <a:pt x="8343" y="23934"/>
                </a:lnTo>
                <a:lnTo>
                  <a:pt x="8343" y="57809"/>
                </a:lnTo>
                <a:close/>
              </a:path>
            </a:pathLst>
          </a:custGeom>
          <a:noFill/>
          <a:ln w="6252" cap="rnd">
            <a:noFill/>
            <a:prstDash val="solid"/>
            <a:round/>
          </a:ln>
        </p:spPr>
        <p:txBody>
          <a:bodyPr rtlCol="0" anchor="ctr"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Elemento grafico 25">
            <a:extLst>
              <a:ext uri="{FF2B5EF4-FFF2-40B4-BE49-F238E27FC236}">
                <a16:creationId xmlns:a16="http://schemas.microsoft.com/office/drawing/2014/main" id="{05501993-A340-8F3A-1E3E-2E2E9DB8111E}"/>
              </a:ext>
            </a:extLst>
          </p:cNvPr>
          <p:cNvGrpSpPr/>
          <p:nvPr/>
        </p:nvGrpSpPr>
        <p:grpSpPr>
          <a:xfrm>
            <a:off x="575039" y="3553214"/>
            <a:ext cx="2716577" cy="3255852"/>
            <a:chOff x="409763" y="3710730"/>
            <a:chExt cx="2716577" cy="3255852"/>
          </a:xfrm>
        </p:grpSpPr>
        <p:sp>
          <p:nvSpPr>
            <p:cNvPr id="89" name="Figura a mano libera: forma 88">
              <a:extLst>
                <a:ext uri="{FF2B5EF4-FFF2-40B4-BE49-F238E27FC236}">
                  <a16:creationId xmlns:a16="http://schemas.microsoft.com/office/drawing/2014/main" id="{9128BC92-220A-895E-C30D-6074AFC5BC4F}"/>
                </a:ext>
              </a:extLst>
            </p:cNvPr>
            <p:cNvSpPr/>
            <p:nvPr/>
          </p:nvSpPr>
          <p:spPr>
            <a:xfrm rot="21325075">
              <a:off x="1255059" y="4654190"/>
              <a:ext cx="747476" cy="574406"/>
            </a:xfrm>
            <a:custGeom>
              <a:avLst/>
              <a:gdLst>
                <a:gd name="connsiteX0" fmla="*/ 706068 w 747476"/>
                <a:gd name="connsiteY0" fmla="*/ 410089 h 574406"/>
                <a:gd name="connsiteX1" fmla="*/ 747657 w 747476"/>
                <a:gd name="connsiteY1" fmla="*/ 543722 h 574406"/>
                <a:gd name="connsiteX2" fmla="*/ 611130 w 747476"/>
                <a:gd name="connsiteY2" fmla="*/ 574517 h 574406"/>
                <a:gd name="connsiteX3" fmla="*/ 637550 w 747476"/>
                <a:gd name="connsiteY3" fmla="*/ 528752 h 574406"/>
                <a:gd name="connsiteX4" fmla="*/ 470965 w 747476"/>
                <a:gd name="connsiteY4" fmla="*/ 432577 h 574406"/>
                <a:gd name="connsiteX5" fmla="*/ 132773 w 747476"/>
                <a:gd name="connsiteY5" fmla="*/ 494814 h 574406"/>
                <a:gd name="connsiteX6" fmla="*/ 35743 w 747476"/>
                <a:gd name="connsiteY6" fmla="*/ 132697 h 574406"/>
                <a:gd name="connsiteX7" fmla="*/ 397860 w 747476"/>
                <a:gd name="connsiteY7" fmla="*/ 35668 h 574406"/>
                <a:gd name="connsiteX8" fmla="*/ 513239 w 747476"/>
                <a:gd name="connsiteY8" fmla="*/ 359177 h 574406"/>
                <a:gd name="connsiteX9" fmla="*/ 679905 w 747476"/>
                <a:gd name="connsiteY9" fmla="*/ 455397 h 574406"/>
                <a:gd name="connsiteX10" fmla="*/ 706068 w 747476"/>
                <a:gd name="connsiteY10" fmla="*/ 410089 h 57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7476" h="574406">
                  <a:moveTo>
                    <a:pt x="706068" y="410089"/>
                  </a:moveTo>
                  <a:lnTo>
                    <a:pt x="747657" y="543722"/>
                  </a:lnTo>
                  <a:lnTo>
                    <a:pt x="611130" y="574517"/>
                  </a:lnTo>
                  <a:lnTo>
                    <a:pt x="637550" y="528752"/>
                  </a:lnTo>
                  <a:lnTo>
                    <a:pt x="470965" y="432577"/>
                  </a:lnTo>
                  <a:cubicBezTo>
                    <a:pt x="390298" y="531955"/>
                    <a:pt x="247150" y="560850"/>
                    <a:pt x="132773" y="494814"/>
                  </a:cubicBezTo>
                  <a:cubicBezTo>
                    <a:pt x="5980" y="421613"/>
                    <a:pt x="-37465" y="259490"/>
                    <a:pt x="35743" y="132697"/>
                  </a:cubicBezTo>
                  <a:cubicBezTo>
                    <a:pt x="108944" y="5912"/>
                    <a:pt x="271067" y="-37533"/>
                    <a:pt x="397860" y="35668"/>
                  </a:cubicBezTo>
                  <a:cubicBezTo>
                    <a:pt x="512083" y="101616"/>
                    <a:pt x="558657" y="239741"/>
                    <a:pt x="513239" y="359177"/>
                  </a:cubicBezTo>
                  <a:lnTo>
                    <a:pt x="679905" y="455397"/>
                  </a:lnTo>
                  <a:lnTo>
                    <a:pt x="706068" y="410089"/>
                  </a:lnTo>
                  <a:close/>
                </a:path>
              </a:pathLst>
            </a:custGeom>
            <a:solidFill>
              <a:srgbClr val="C00000"/>
            </a:solidFill>
            <a:ln w="7361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igura a mano libera: forma 89">
              <a:extLst>
                <a:ext uri="{FF2B5EF4-FFF2-40B4-BE49-F238E27FC236}">
                  <a16:creationId xmlns:a16="http://schemas.microsoft.com/office/drawing/2014/main" id="{B0683599-BD04-D685-54D8-0F6DC6C181CC}"/>
                </a:ext>
              </a:extLst>
            </p:cNvPr>
            <p:cNvSpPr/>
            <p:nvPr/>
          </p:nvSpPr>
          <p:spPr>
            <a:xfrm>
              <a:off x="1324435" y="5672392"/>
              <a:ext cx="747870" cy="574643"/>
            </a:xfrm>
            <a:custGeom>
              <a:avLst/>
              <a:gdLst>
                <a:gd name="connsiteX0" fmla="*/ 706462 w 747870"/>
                <a:gd name="connsiteY0" fmla="*/ 164707 h 574643"/>
                <a:gd name="connsiteX1" fmla="*/ 748051 w 747870"/>
                <a:gd name="connsiteY1" fmla="*/ 31074 h 574643"/>
                <a:gd name="connsiteX2" fmla="*/ 611531 w 747870"/>
                <a:gd name="connsiteY2" fmla="*/ 272 h 574643"/>
                <a:gd name="connsiteX3" fmla="*/ 637952 w 747870"/>
                <a:gd name="connsiteY3" fmla="*/ 46036 h 574643"/>
                <a:gd name="connsiteX4" fmla="*/ 470961 w 747870"/>
                <a:gd name="connsiteY4" fmla="*/ 142447 h 574643"/>
                <a:gd name="connsiteX5" fmla="*/ 132769 w 747870"/>
                <a:gd name="connsiteY5" fmla="*/ 80210 h 574643"/>
                <a:gd name="connsiteX6" fmla="*/ 35740 w 747870"/>
                <a:gd name="connsiteY6" fmla="*/ 442327 h 574643"/>
                <a:gd name="connsiteX7" fmla="*/ 397856 w 747870"/>
                <a:gd name="connsiteY7" fmla="*/ 539356 h 574643"/>
                <a:gd name="connsiteX8" fmla="*/ 513243 w 747870"/>
                <a:gd name="connsiteY8" fmla="*/ 215854 h 574643"/>
                <a:gd name="connsiteX9" fmla="*/ 680307 w 747870"/>
                <a:gd name="connsiteY9" fmla="*/ 119399 h 574643"/>
                <a:gd name="connsiteX10" fmla="*/ 706462 w 747870"/>
                <a:gd name="connsiteY10" fmla="*/ 164707 h 574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7870" h="574643">
                  <a:moveTo>
                    <a:pt x="706462" y="164707"/>
                  </a:moveTo>
                  <a:lnTo>
                    <a:pt x="748051" y="31074"/>
                  </a:lnTo>
                  <a:lnTo>
                    <a:pt x="611531" y="272"/>
                  </a:lnTo>
                  <a:lnTo>
                    <a:pt x="637952" y="46036"/>
                  </a:lnTo>
                  <a:lnTo>
                    <a:pt x="470961" y="142447"/>
                  </a:lnTo>
                  <a:cubicBezTo>
                    <a:pt x="390294" y="43069"/>
                    <a:pt x="247154" y="14174"/>
                    <a:pt x="132769" y="80210"/>
                  </a:cubicBezTo>
                  <a:cubicBezTo>
                    <a:pt x="5976" y="153411"/>
                    <a:pt x="-37461" y="315534"/>
                    <a:pt x="35740" y="442327"/>
                  </a:cubicBezTo>
                  <a:cubicBezTo>
                    <a:pt x="108941" y="569120"/>
                    <a:pt x="271064" y="612557"/>
                    <a:pt x="397856" y="539356"/>
                  </a:cubicBezTo>
                  <a:cubicBezTo>
                    <a:pt x="512079" y="473408"/>
                    <a:pt x="558654" y="335283"/>
                    <a:pt x="513243" y="215854"/>
                  </a:cubicBezTo>
                  <a:lnTo>
                    <a:pt x="680307" y="119399"/>
                  </a:lnTo>
                  <a:lnTo>
                    <a:pt x="706462" y="164707"/>
                  </a:lnTo>
                  <a:close/>
                </a:path>
              </a:pathLst>
            </a:custGeom>
            <a:solidFill>
              <a:srgbClr val="4E8FF9"/>
            </a:solidFill>
            <a:ln w="7361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igura a mano libera: forma 90">
              <a:extLst>
                <a:ext uri="{FF2B5EF4-FFF2-40B4-BE49-F238E27FC236}">
                  <a16:creationId xmlns:a16="http://schemas.microsoft.com/office/drawing/2014/main" id="{89D4FB72-2E5E-F5A3-1230-91F69EA228AB}"/>
                </a:ext>
              </a:extLst>
            </p:cNvPr>
            <p:cNvSpPr/>
            <p:nvPr/>
          </p:nvSpPr>
          <p:spPr>
            <a:xfrm rot="4060016">
              <a:off x="2088393" y="6086635"/>
              <a:ext cx="747870" cy="574643"/>
            </a:xfrm>
            <a:custGeom>
              <a:avLst/>
              <a:gdLst>
                <a:gd name="connsiteX0" fmla="*/ 136962 w 747870"/>
                <a:gd name="connsiteY0" fmla="*/ 272 h 574643"/>
                <a:gd name="connsiteX1" fmla="*/ 442 w 747870"/>
                <a:gd name="connsiteY1" fmla="*/ 31074 h 574643"/>
                <a:gd name="connsiteX2" fmla="*/ 42031 w 747870"/>
                <a:gd name="connsiteY2" fmla="*/ 164707 h 574643"/>
                <a:gd name="connsiteX3" fmla="*/ 68452 w 747870"/>
                <a:gd name="connsiteY3" fmla="*/ 118943 h 574643"/>
                <a:gd name="connsiteX4" fmla="*/ 235442 w 747870"/>
                <a:gd name="connsiteY4" fmla="*/ 215353 h 574643"/>
                <a:gd name="connsiteX5" fmla="*/ 350637 w 747870"/>
                <a:gd name="connsiteY5" fmla="*/ 539356 h 574643"/>
                <a:gd name="connsiteX6" fmla="*/ 712753 w 747870"/>
                <a:gd name="connsiteY6" fmla="*/ 442327 h 574643"/>
                <a:gd name="connsiteX7" fmla="*/ 615724 w 747870"/>
                <a:gd name="connsiteY7" fmla="*/ 80210 h 574643"/>
                <a:gd name="connsiteX8" fmla="*/ 277870 w 747870"/>
                <a:gd name="connsiteY8" fmla="*/ 142035 h 574643"/>
                <a:gd name="connsiteX9" fmla="*/ 110807 w 747870"/>
                <a:gd name="connsiteY9" fmla="*/ 45580 h 574643"/>
                <a:gd name="connsiteX10" fmla="*/ 136962 w 747870"/>
                <a:gd name="connsiteY10" fmla="*/ 272 h 574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7870" h="574643">
                  <a:moveTo>
                    <a:pt x="136962" y="272"/>
                  </a:moveTo>
                  <a:lnTo>
                    <a:pt x="442" y="31074"/>
                  </a:lnTo>
                  <a:lnTo>
                    <a:pt x="42031" y="164707"/>
                  </a:lnTo>
                  <a:lnTo>
                    <a:pt x="68452" y="118943"/>
                  </a:lnTo>
                  <a:lnTo>
                    <a:pt x="235442" y="215353"/>
                  </a:lnTo>
                  <a:cubicBezTo>
                    <a:pt x="189707" y="334900"/>
                    <a:pt x="236252" y="473313"/>
                    <a:pt x="350637" y="539356"/>
                  </a:cubicBezTo>
                  <a:cubicBezTo>
                    <a:pt x="477429" y="612557"/>
                    <a:pt x="639552" y="569120"/>
                    <a:pt x="712753" y="442327"/>
                  </a:cubicBezTo>
                  <a:cubicBezTo>
                    <a:pt x="785954" y="315534"/>
                    <a:pt x="742517" y="153411"/>
                    <a:pt x="615724" y="80210"/>
                  </a:cubicBezTo>
                  <a:cubicBezTo>
                    <a:pt x="501501" y="14263"/>
                    <a:pt x="358597" y="42988"/>
                    <a:pt x="277870" y="142035"/>
                  </a:cubicBezTo>
                  <a:lnTo>
                    <a:pt x="110807" y="45580"/>
                  </a:lnTo>
                  <a:lnTo>
                    <a:pt x="136962" y="272"/>
                  </a:lnTo>
                  <a:close/>
                </a:path>
              </a:pathLst>
            </a:custGeom>
            <a:solidFill>
              <a:srgbClr val="4F84DA"/>
            </a:solidFill>
            <a:ln w="7361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igura a mano libera: forma 91">
              <a:extLst>
                <a:ext uri="{FF2B5EF4-FFF2-40B4-BE49-F238E27FC236}">
                  <a16:creationId xmlns:a16="http://schemas.microsoft.com/office/drawing/2014/main" id="{4EB95528-24FD-B510-7806-4377670AFAE4}"/>
                </a:ext>
              </a:extLst>
            </p:cNvPr>
            <p:cNvSpPr/>
            <p:nvPr/>
          </p:nvSpPr>
          <p:spPr>
            <a:xfrm rot="17314098">
              <a:off x="2036254" y="4049418"/>
              <a:ext cx="747476" cy="574413"/>
            </a:xfrm>
            <a:custGeom>
              <a:avLst/>
              <a:gdLst>
                <a:gd name="connsiteX0" fmla="*/ 136969 w 747476"/>
                <a:gd name="connsiteY0" fmla="*/ 574524 h 574413"/>
                <a:gd name="connsiteX1" fmla="*/ 442 w 747476"/>
                <a:gd name="connsiteY1" fmla="*/ 543722 h 574413"/>
                <a:gd name="connsiteX2" fmla="*/ 42031 w 747476"/>
                <a:gd name="connsiteY2" fmla="*/ 410089 h 574413"/>
                <a:gd name="connsiteX3" fmla="*/ 68459 w 747476"/>
                <a:gd name="connsiteY3" fmla="*/ 455853 h 574413"/>
                <a:gd name="connsiteX4" fmla="*/ 235044 w 747476"/>
                <a:gd name="connsiteY4" fmla="*/ 359671 h 574413"/>
                <a:gd name="connsiteX5" fmla="*/ 350239 w 747476"/>
                <a:gd name="connsiteY5" fmla="*/ 35668 h 574413"/>
                <a:gd name="connsiteX6" fmla="*/ 712355 w 747476"/>
                <a:gd name="connsiteY6" fmla="*/ 132697 h 574413"/>
                <a:gd name="connsiteX7" fmla="*/ 615326 w 747476"/>
                <a:gd name="connsiteY7" fmla="*/ 494814 h 574413"/>
                <a:gd name="connsiteX8" fmla="*/ 277473 w 747476"/>
                <a:gd name="connsiteY8" fmla="*/ 432989 h 574413"/>
                <a:gd name="connsiteX9" fmla="*/ 110806 w 747476"/>
                <a:gd name="connsiteY9" fmla="*/ 529209 h 574413"/>
                <a:gd name="connsiteX10" fmla="*/ 136969 w 747476"/>
                <a:gd name="connsiteY10" fmla="*/ 574524 h 57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7476" h="574413">
                  <a:moveTo>
                    <a:pt x="136969" y="574524"/>
                  </a:moveTo>
                  <a:lnTo>
                    <a:pt x="442" y="543722"/>
                  </a:lnTo>
                  <a:lnTo>
                    <a:pt x="42031" y="410089"/>
                  </a:lnTo>
                  <a:lnTo>
                    <a:pt x="68459" y="455853"/>
                  </a:lnTo>
                  <a:lnTo>
                    <a:pt x="235044" y="359671"/>
                  </a:lnTo>
                  <a:cubicBezTo>
                    <a:pt x="189309" y="240124"/>
                    <a:pt x="235861" y="101711"/>
                    <a:pt x="350239" y="35668"/>
                  </a:cubicBezTo>
                  <a:cubicBezTo>
                    <a:pt x="477032" y="-37533"/>
                    <a:pt x="639155" y="5912"/>
                    <a:pt x="712355" y="132697"/>
                  </a:cubicBezTo>
                  <a:cubicBezTo>
                    <a:pt x="785564" y="259490"/>
                    <a:pt x="742119" y="421613"/>
                    <a:pt x="615326" y="494814"/>
                  </a:cubicBezTo>
                  <a:cubicBezTo>
                    <a:pt x="501103" y="560762"/>
                    <a:pt x="358199" y="532036"/>
                    <a:pt x="277473" y="432989"/>
                  </a:cubicBezTo>
                  <a:lnTo>
                    <a:pt x="110806" y="529209"/>
                  </a:lnTo>
                  <a:lnTo>
                    <a:pt x="136969" y="574524"/>
                  </a:lnTo>
                  <a:close/>
                </a:path>
              </a:pathLst>
            </a:custGeom>
            <a:solidFill>
              <a:srgbClr val="42649B"/>
            </a:solidFill>
            <a:ln w="7361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igura a mano libera: forma 92">
              <a:extLst>
                <a:ext uri="{FF2B5EF4-FFF2-40B4-BE49-F238E27FC236}">
                  <a16:creationId xmlns:a16="http://schemas.microsoft.com/office/drawing/2014/main" id="{DFA841DC-17A9-0FB0-D544-B8F42BE28A26}"/>
                </a:ext>
              </a:extLst>
            </p:cNvPr>
            <p:cNvSpPr/>
            <p:nvPr/>
          </p:nvSpPr>
          <p:spPr>
            <a:xfrm>
              <a:off x="2065992" y="4787899"/>
              <a:ext cx="1060348" cy="1060348"/>
            </a:xfrm>
            <a:custGeom>
              <a:avLst/>
              <a:gdLst>
                <a:gd name="connsiteX0" fmla="*/ 290 w 1060348"/>
                <a:gd name="connsiteY0" fmla="*/ 530332 h 1060348"/>
                <a:gd name="connsiteX1" fmla="*/ 530464 w 1060348"/>
                <a:gd name="connsiteY1" fmla="*/ 1060507 h 1060348"/>
                <a:gd name="connsiteX2" fmla="*/ 1060639 w 1060348"/>
                <a:gd name="connsiteY2" fmla="*/ 530332 h 1060348"/>
                <a:gd name="connsiteX3" fmla="*/ 530464 w 1060348"/>
                <a:gd name="connsiteY3" fmla="*/ 158 h 1060348"/>
                <a:gd name="connsiteX4" fmla="*/ 290 w 1060348"/>
                <a:gd name="connsiteY4" fmla="*/ 530332 h 106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0348" h="1060348">
                  <a:moveTo>
                    <a:pt x="290" y="530332"/>
                  </a:moveTo>
                  <a:cubicBezTo>
                    <a:pt x="290" y="823140"/>
                    <a:pt x="237657" y="1060507"/>
                    <a:pt x="530464" y="1060507"/>
                  </a:cubicBezTo>
                  <a:cubicBezTo>
                    <a:pt x="823272" y="1060507"/>
                    <a:pt x="1060639" y="823140"/>
                    <a:pt x="1060639" y="530332"/>
                  </a:cubicBezTo>
                  <a:cubicBezTo>
                    <a:pt x="1060639" y="237525"/>
                    <a:pt x="823272" y="158"/>
                    <a:pt x="530464" y="158"/>
                  </a:cubicBezTo>
                  <a:cubicBezTo>
                    <a:pt x="237657" y="158"/>
                    <a:pt x="290" y="237525"/>
                    <a:pt x="290" y="530332"/>
                  </a:cubicBezTo>
                </a:path>
              </a:pathLst>
            </a:custGeom>
            <a:solidFill>
              <a:schemeClr val="accent1"/>
            </a:solidFill>
            <a:ln w="7361" cap="rnd">
              <a:noFill/>
              <a:prstDash val="solid"/>
              <a:round/>
            </a:ln>
          </p:spPr>
          <p:txBody>
            <a:bodyPr rtlCol="0" anchor="b"/>
            <a:lstStyle/>
            <a:p>
              <a:pPr algn="ctr"/>
              <a:r>
                <a:rPr lang="it-IT" sz="12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Detection</a:t>
              </a:r>
              <a:endParaRPr lang="it-IT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it-IT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CasellaDiTesto 94">
              <a:extLst>
                <a:ext uri="{FF2B5EF4-FFF2-40B4-BE49-F238E27FC236}">
                  <a16:creationId xmlns:a16="http://schemas.microsoft.com/office/drawing/2014/main" id="{1E15A933-9F3A-04B5-5C9D-1CB1708DB9DA}"/>
                </a:ext>
              </a:extLst>
            </p:cNvPr>
            <p:cNvSpPr txBox="1"/>
            <p:nvPr/>
          </p:nvSpPr>
          <p:spPr>
            <a:xfrm>
              <a:off x="409763" y="4357924"/>
              <a:ext cx="132321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Analisi Attiva dei </a:t>
              </a:r>
              <a:r>
                <a:rPr lang="it-IT" sz="150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Log</a:t>
              </a:r>
              <a:endParaRPr lang="it-IT" sz="1500" spc="0" baseline="0" dirty="0">
                <a:ln/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  <a:rtl val="0"/>
              </a:endParaRPr>
            </a:p>
          </p:txBody>
        </p:sp>
        <p:sp>
          <p:nvSpPr>
            <p:cNvPr id="97" name="CasellaDiTesto 96">
              <a:extLst>
                <a:ext uri="{FF2B5EF4-FFF2-40B4-BE49-F238E27FC236}">
                  <a16:creationId xmlns:a16="http://schemas.microsoft.com/office/drawing/2014/main" id="{9C3202D7-68DA-9284-9D42-A4DA4355419C}"/>
                </a:ext>
              </a:extLst>
            </p:cNvPr>
            <p:cNvSpPr txBox="1"/>
            <p:nvPr/>
          </p:nvSpPr>
          <p:spPr>
            <a:xfrm>
              <a:off x="923220" y="3710730"/>
              <a:ext cx="12565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Alta Disponibilità</a:t>
              </a:r>
            </a:p>
          </p:txBody>
        </p:sp>
        <p:sp>
          <p:nvSpPr>
            <p:cNvPr id="98" name="CasellaDiTesto 97">
              <a:extLst>
                <a:ext uri="{FF2B5EF4-FFF2-40B4-BE49-F238E27FC236}">
                  <a16:creationId xmlns:a16="http://schemas.microsoft.com/office/drawing/2014/main" id="{06DBE2DD-72B9-55AE-F2C0-C5848067A44C}"/>
                </a:ext>
              </a:extLst>
            </p:cNvPr>
            <p:cNvSpPr txBox="1"/>
            <p:nvPr/>
          </p:nvSpPr>
          <p:spPr>
            <a:xfrm>
              <a:off x="425270" y="5723934"/>
              <a:ext cx="97695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it-IT" sz="1500" spc="0" baseline="0" dirty="0" err="1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Logging</a:t>
              </a:r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 di Base </a:t>
              </a:r>
            </a:p>
          </p:txBody>
        </p:sp>
        <p:sp>
          <p:nvSpPr>
            <p:cNvPr id="101" name="CasellaDiTesto 100">
              <a:extLst>
                <a:ext uri="{FF2B5EF4-FFF2-40B4-BE49-F238E27FC236}">
                  <a16:creationId xmlns:a16="http://schemas.microsoft.com/office/drawing/2014/main" id="{42986720-169F-1FDC-6475-EB92007C5DF2}"/>
                </a:ext>
              </a:extLst>
            </p:cNvPr>
            <p:cNvSpPr txBox="1"/>
            <p:nvPr/>
          </p:nvSpPr>
          <p:spPr>
            <a:xfrm>
              <a:off x="1411282" y="6412584"/>
              <a:ext cx="138408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Backup Automatizzati</a:t>
              </a:r>
            </a:p>
          </p:txBody>
        </p:sp>
        <p:sp>
          <p:nvSpPr>
            <p:cNvPr id="107" name="Figura a mano libera: forma 106">
              <a:extLst>
                <a:ext uri="{FF2B5EF4-FFF2-40B4-BE49-F238E27FC236}">
                  <a16:creationId xmlns:a16="http://schemas.microsoft.com/office/drawing/2014/main" id="{A6B19F1A-E664-8116-D8E5-DA42AA30621A}"/>
                </a:ext>
              </a:extLst>
            </p:cNvPr>
            <p:cNvSpPr/>
            <p:nvPr/>
          </p:nvSpPr>
          <p:spPr>
            <a:xfrm>
              <a:off x="1374375" y="4760838"/>
              <a:ext cx="323995" cy="323303"/>
            </a:xfrm>
            <a:custGeom>
              <a:avLst/>
              <a:gdLst>
                <a:gd name="connsiteX0" fmla="*/ 121838 w 323995"/>
                <a:gd name="connsiteY0" fmla="*/ 243236 h 323303"/>
                <a:gd name="connsiteX1" fmla="*/ 29646 w 323995"/>
                <a:gd name="connsiteY1" fmla="*/ 243236 h 323303"/>
                <a:gd name="connsiteX2" fmla="*/ 192 w 323995"/>
                <a:gd name="connsiteY2" fmla="*/ 213782 h 323303"/>
                <a:gd name="connsiteX3" fmla="*/ 192 w 323995"/>
                <a:gd name="connsiteY3" fmla="*/ 29576 h 323303"/>
                <a:gd name="connsiteX4" fmla="*/ 29646 w 323995"/>
                <a:gd name="connsiteY4" fmla="*/ 122 h 323303"/>
                <a:gd name="connsiteX5" fmla="*/ 250685 w 323995"/>
                <a:gd name="connsiteY5" fmla="*/ 122 h 323303"/>
                <a:gd name="connsiteX6" fmla="*/ 280139 w 323995"/>
                <a:gd name="connsiteY6" fmla="*/ 29576 h 323303"/>
                <a:gd name="connsiteX7" fmla="*/ 280139 w 323995"/>
                <a:gd name="connsiteY7" fmla="*/ 129853 h 323303"/>
                <a:gd name="connsiteX8" fmla="*/ 192 w 323995"/>
                <a:gd name="connsiteY8" fmla="*/ 57646 h 323303"/>
                <a:gd name="connsiteX9" fmla="*/ 280154 w 323995"/>
                <a:gd name="connsiteY9" fmla="*/ 57646 h 323303"/>
                <a:gd name="connsiteX10" fmla="*/ 192 w 323995"/>
                <a:gd name="connsiteY10" fmla="*/ 179939 h 323303"/>
                <a:gd name="connsiteX11" fmla="*/ 123428 w 323995"/>
                <a:gd name="connsiteY11" fmla="*/ 179939 h 323303"/>
                <a:gd name="connsiteX12" fmla="*/ 192 w 323995"/>
                <a:gd name="connsiteY12" fmla="*/ 118896 h 323303"/>
                <a:gd name="connsiteX13" fmla="*/ 162352 w 323995"/>
                <a:gd name="connsiteY13" fmla="*/ 118896 h 323303"/>
                <a:gd name="connsiteX14" fmla="*/ 114548 w 323995"/>
                <a:gd name="connsiteY14" fmla="*/ 57646 h 323303"/>
                <a:gd name="connsiteX15" fmla="*/ 114548 w 323995"/>
                <a:gd name="connsiteY15" fmla="*/ 243236 h 323303"/>
                <a:gd name="connsiteX16" fmla="*/ 196519 w 323995"/>
                <a:gd name="connsiteY16" fmla="*/ 57646 h 323303"/>
                <a:gd name="connsiteX17" fmla="*/ 196519 w 323995"/>
                <a:gd name="connsiteY17" fmla="*/ 118896 h 323303"/>
                <a:gd name="connsiteX18" fmla="*/ 222247 w 323995"/>
                <a:gd name="connsiteY18" fmla="*/ 291600 h 323303"/>
                <a:gd name="connsiteX19" fmla="*/ 293599 w 323995"/>
                <a:gd name="connsiteY19" fmla="*/ 217273 h 323303"/>
                <a:gd name="connsiteX20" fmla="*/ 222247 w 323995"/>
                <a:gd name="connsiteY20" fmla="*/ 142945 h 323303"/>
                <a:gd name="connsiteX21" fmla="*/ 150894 w 323995"/>
                <a:gd name="connsiteY21" fmla="*/ 217273 h 323303"/>
                <a:gd name="connsiteX22" fmla="*/ 222247 w 323995"/>
                <a:gd name="connsiteY22" fmla="*/ 291600 h 323303"/>
                <a:gd name="connsiteX23" fmla="*/ 324187 w 323995"/>
                <a:gd name="connsiteY23" fmla="*/ 323425 h 323303"/>
                <a:gd name="connsiteX24" fmla="*/ 272643 w 323995"/>
                <a:gd name="connsiteY24" fmla="*/ 269804 h 32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23995" h="323303">
                  <a:moveTo>
                    <a:pt x="121838" y="243236"/>
                  </a:moveTo>
                  <a:lnTo>
                    <a:pt x="29646" y="243236"/>
                  </a:lnTo>
                  <a:cubicBezTo>
                    <a:pt x="13379" y="243236"/>
                    <a:pt x="192" y="230049"/>
                    <a:pt x="192" y="213782"/>
                  </a:cubicBezTo>
                  <a:lnTo>
                    <a:pt x="192" y="29576"/>
                  </a:lnTo>
                  <a:cubicBezTo>
                    <a:pt x="192" y="13309"/>
                    <a:pt x="13379" y="122"/>
                    <a:pt x="29646" y="122"/>
                  </a:cubicBezTo>
                  <a:lnTo>
                    <a:pt x="250685" y="122"/>
                  </a:lnTo>
                  <a:cubicBezTo>
                    <a:pt x="266952" y="122"/>
                    <a:pt x="280139" y="13309"/>
                    <a:pt x="280139" y="29576"/>
                  </a:cubicBezTo>
                  <a:lnTo>
                    <a:pt x="280139" y="129853"/>
                  </a:lnTo>
                  <a:moveTo>
                    <a:pt x="192" y="57646"/>
                  </a:moveTo>
                  <a:lnTo>
                    <a:pt x="280154" y="57646"/>
                  </a:lnTo>
                  <a:moveTo>
                    <a:pt x="192" y="179939"/>
                  </a:moveTo>
                  <a:lnTo>
                    <a:pt x="123428" y="179939"/>
                  </a:lnTo>
                  <a:moveTo>
                    <a:pt x="192" y="118896"/>
                  </a:moveTo>
                  <a:lnTo>
                    <a:pt x="162352" y="118896"/>
                  </a:lnTo>
                  <a:moveTo>
                    <a:pt x="114548" y="57646"/>
                  </a:moveTo>
                  <a:lnTo>
                    <a:pt x="114548" y="243236"/>
                  </a:lnTo>
                  <a:moveTo>
                    <a:pt x="196519" y="57646"/>
                  </a:moveTo>
                  <a:lnTo>
                    <a:pt x="196519" y="118896"/>
                  </a:lnTo>
                  <a:moveTo>
                    <a:pt x="222247" y="291600"/>
                  </a:moveTo>
                  <a:cubicBezTo>
                    <a:pt x="262468" y="290763"/>
                    <a:pt x="294405" y="257495"/>
                    <a:pt x="293599" y="217273"/>
                  </a:cubicBezTo>
                  <a:cubicBezTo>
                    <a:pt x="294405" y="177050"/>
                    <a:pt x="262468" y="143782"/>
                    <a:pt x="222247" y="142945"/>
                  </a:cubicBezTo>
                  <a:cubicBezTo>
                    <a:pt x="182025" y="143782"/>
                    <a:pt x="150089" y="177050"/>
                    <a:pt x="150894" y="217273"/>
                  </a:cubicBezTo>
                  <a:cubicBezTo>
                    <a:pt x="150089" y="257495"/>
                    <a:pt x="182025" y="290763"/>
                    <a:pt x="222247" y="291600"/>
                  </a:cubicBezTo>
                  <a:close/>
                  <a:moveTo>
                    <a:pt x="324187" y="323425"/>
                  </a:moveTo>
                  <a:lnTo>
                    <a:pt x="272643" y="269804"/>
                  </a:lnTo>
                </a:path>
              </a:pathLst>
            </a:custGeom>
            <a:noFill/>
            <a:ln w="7361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igura a mano libera: forma 107">
              <a:extLst>
                <a:ext uri="{FF2B5EF4-FFF2-40B4-BE49-F238E27FC236}">
                  <a16:creationId xmlns:a16="http://schemas.microsoft.com/office/drawing/2014/main" id="{59DD115E-1861-28F4-2277-3FF1EF88E04E}"/>
                </a:ext>
              </a:extLst>
            </p:cNvPr>
            <p:cNvSpPr/>
            <p:nvPr/>
          </p:nvSpPr>
          <p:spPr>
            <a:xfrm>
              <a:off x="2257444" y="4060979"/>
              <a:ext cx="338722" cy="338722"/>
            </a:xfrm>
            <a:custGeom>
              <a:avLst/>
              <a:gdLst>
                <a:gd name="connsiteX0" fmla="*/ 309752 w 338722"/>
                <a:gd name="connsiteY0" fmla="*/ 59030 h 338722"/>
                <a:gd name="connsiteX1" fmla="*/ 280298 w 338722"/>
                <a:gd name="connsiteY1" fmla="*/ 88484 h 338722"/>
                <a:gd name="connsiteX2" fmla="*/ 29938 w 338722"/>
                <a:gd name="connsiteY2" fmla="*/ 88484 h 338722"/>
                <a:gd name="connsiteX3" fmla="*/ 484 w 338722"/>
                <a:gd name="connsiteY3" fmla="*/ 59030 h 338722"/>
                <a:gd name="connsiteX4" fmla="*/ 484 w 338722"/>
                <a:gd name="connsiteY4" fmla="*/ 29576 h 338722"/>
                <a:gd name="connsiteX5" fmla="*/ 29938 w 338722"/>
                <a:gd name="connsiteY5" fmla="*/ 122 h 338722"/>
                <a:gd name="connsiteX6" fmla="*/ 280298 w 338722"/>
                <a:gd name="connsiteY6" fmla="*/ 122 h 338722"/>
                <a:gd name="connsiteX7" fmla="*/ 309752 w 338722"/>
                <a:gd name="connsiteY7" fmla="*/ 29576 h 338722"/>
                <a:gd name="connsiteX8" fmla="*/ 29938 w 338722"/>
                <a:gd name="connsiteY8" fmla="*/ 176847 h 338722"/>
                <a:gd name="connsiteX9" fmla="*/ 484 w 338722"/>
                <a:gd name="connsiteY9" fmla="*/ 147393 h 338722"/>
                <a:gd name="connsiteX10" fmla="*/ 484 w 338722"/>
                <a:gd name="connsiteY10" fmla="*/ 117939 h 338722"/>
                <a:gd name="connsiteX11" fmla="*/ 29938 w 338722"/>
                <a:gd name="connsiteY11" fmla="*/ 88484 h 338722"/>
                <a:gd name="connsiteX12" fmla="*/ 280298 w 338722"/>
                <a:gd name="connsiteY12" fmla="*/ 88484 h 338722"/>
                <a:gd name="connsiteX13" fmla="*/ 309752 w 338722"/>
                <a:gd name="connsiteY13" fmla="*/ 117939 h 338722"/>
                <a:gd name="connsiteX14" fmla="*/ 309752 w 338722"/>
                <a:gd name="connsiteY14" fmla="*/ 140029 h 338722"/>
                <a:gd name="connsiteX15" fmla="*/ 63074 w 338722"/>
                <a:gd name="connsiteY15" fmla="*/ 40621 h 338722"/>
                <a:gd name="connsiteX16" fmla="*/ 59392 w 338722"/>
                <a:gd name="connsiteY16" fmla="*/ 44303 h 338722"/>
                <a:gd name="connsiteX17" fmla="*/ 63074 w 338722"/>
                <a:gd name="connsiteY17" fmla="*/ 47985 h 338722"/>
                <a:gd name="connsiteX18" fmla="*/ 66756 w 338722"/>
                <a:gd name="connsiteY18" fmla="*/ 44303 h 338722"/>
                <a:gd name="connsiteX19" fmla="*/ 63074 w 338722"/>
                <a:gd name="connsiteY19" fmla="*/ 40621 h 338722"/>
                <a:gd name="connsiteX20" fmla="*/ 63074 w 338722"/>
                <a:gd name="connsiteY20" fmla="*/ 40621 h 338722"/>
                <a:gd name="connsiteX21" fmla="*/ 114619 w 338722"/>
                <a:gd name="connsiteY21" fmla="*/ 40621 h 338722"/>
                <a:gd name="connsiteX22" fmla="*/ 110937 w 338722"/>
                <a:gd name="connsiteY22" fmla="*/ 44303 h 338722"/>
                <a:gd name="connsiteX23" fmla="*/ 114619 w 338722"/>
                <a:gd name="connsiteY23" fmla="*/ 47985 h 338722"/>
                <a:gd name="connsiteX24" fmla="*/ 118301 w 338722"/>
                <a:gd name="connsiteY24" fmla="*/ 44303 h 338722"/>
                <a:gd name="connsiteX25" fmla="*/ 114619 w 338722"/>
                <a:gd name="connsiteY25" fmla="*/ 40621 h 338722"/>
                <a:gd name="connsiteX26" fmla="*/ 114619 w 338722"/>
                <a:gd name="connsiteY26" fmla="*/ 40621 h 338722"/>
                <a:gd name="connsiteX27" fmla="*/ 63074 w 338722"/>
                <a:gd name="connsiteY27" fmla="*/ 128984 h 338722"/>
                <a:gd name="connsiteX28" fmla="*/ 59392 w 338722"/>
                <a:gd name="connsiteY28" fmla="*/ 132666 h 338722"/>
                <a:gd name="connsiteX29" fmla="*/ 63074 w 338722"/>
                <a:gd name="connsiteY29" fmla="*/ 136347 h 338722"/>
                <a:gd name="connsiteX30" fmla="*/ 66756 w 338722"/>
                <a:gd name="connsiteY30" fmla="*/ 132666 h 338722"/>
                <a:gd name="connsiteX31" fmla="*/ 63074 w 338722"/>
                <a:gd name="connsiteY31" fmla="*/ 128984 h 338722"/>
                <a:gd name="connsiteX32" fmla="*/ 63074 w 338722"/>
                <a:gd name="connsiteY32" fmla="*/ 128984 h 338722"/>
                <a:gd name="connsiteX33" fmla="*/ 114619 w 338722"/>
                <a:gd name="connsiteY33" fmla="*/ 128984 h 338722"/>
                <a:gd name="connsiteX34" fmla="*/ 110937 w 338722"/>
                <a:gd name="connsiteY34" fmla="*/ 132666 h 338722"/>
                <a:gd name="connsiteX35" fmla="*/ 114619 w 338722"/>
                <a:gd name="connsiteY35" fmla="*/ 136347 h 338722"/>
                <a:gd name="connsiteX36" fmla="*/ 118301 w 338722"/>
                <a:gd name="connsiteY36" fmla="*/ 132666 h 338722"/>
                <a:gd name="connsiteX37" fmla="*/ 114619 w 338722"/>
                <a:gd name="connsiteY37" fmla="*/ 128984 h 338722"/>
                <a:gd name="connsiteX38" fmla="*/ 114619 w 338722"/>
                <a:gd name="connsiteY38" fmla="*/ 128984 h 338722"/>
                <a:gd name="connsiteX39" fmla="*/ 125664 w 338722"/>
                <a:gd name="connsiteY39" fmla="*/ 265209 h 338722"/>
                <a:gd name="connsiteX40" fmla="*/ 29938 w 338722"/>
                <a:gd name="connsiteY40" fmla="*/ 265209 h 338722"/>
                <a:gd name="connsiteX41" fmla="*/ 484 w 338722"/>
                <a:gd name="connsiteY41" fmla="*/ 235755 h 338722"/>
                <a:gd name="connsiteX42" fmla="*/ 484 w 338722"/>
                <a:gd name="connsiteY42" fmla="*/ 206301 h 338722"/>
                <a:gd name="connsiteX43" fmla="*/ 29938 w 338722"/>
                <a:gd name="connsiteY43" fmla="*/ 176847 h 338722"/>
                <a:gd name="connsiteX44" fmla="*/ 147755 w 338722"/>
                <a:gd name="connsiteY44" fmla="*/ 176847 h 338722"/>
                <a:gd name="connsiteX45" fmla="*/ 63074 w 338722"/>
                <a:gd name="connsiteY45" fmla="*/ 217346 h 338722"/>
                <a:gd name="connsiteX46" fmla="*/ 59392 w 338722"/>
                <a:gd name="connsiteY46" fmla="*/ 221028 h 338722"/>
                <a:gd name="connsiteX47" fmla="*/ 63074 w 338722"/>
                <a:gd name="connsiteY47" fmla="*/ 224710 h 338722"/>
                <a:gd name="connsiteX48" fmla="*/ 66756 w 338722"/>
                <a:gd name="connsiteY48" fmla="*/ 221028 h 338722"/>
                <a:gd name="connsiteX49" fmla="*/ 63074 w 338722"/>
                <a:gd name="connsiteY49" fmla="*/ 217346 h 338722"/>
                <a:gd name="connsiteX50" fmla="*/ 63074 w 338722"/>
                <a:gd name="connsiteY50" fmla="*/ 217346 h 338722"/>
                <a:gd name="connsiteX51" fmla="*/ 114619 w 338722"/>
                <a:gd name="connsiteY51" fmla="*/ 217346 h 338722"/>
                <a:gd name="connsiteX52" fmla="*/ 110937 w 338722"/>
                <a:gd name="connsiteY52" fmla="*/ 221028 h 338722"/>
                <a:gd name="connsiteX53" fmla="*/ 114619 w 338722"/>
                <a:gd name="connsiteY53" fmla="*/ 224710 h 338722"/>
                <a:gd name="connsiteX54" fmla="*/ 118301 w 338722"/>
                <a:gd name="connsiteY54" fmla="*/ 221028 h 338722"/>
                <a:gd name="connsiteX55" fmla="*/ 114619 w 338722"/>
                <a:gd name="connsiteY55" fmla="*/ 217346 h 338722"/>
                <a:gd name="connsiteX56" fmla="*/ 114619 w 338722"/>
                <a:gd name="connsiteY56" fmla="*/ 217346 h 338722"/>
                <a:gd name="connsiteX57" fmla="*/ 162482 w 338722"/>
                <a:gd name="connsiteY57" fmla="*/ 250482 h 338722"/>
                <a:gd name="connsiteX58" fmla="*/ 250844 w 338722"/>
                <a:gd name="connsiteY58" fmla="*/ 338845 h 338722"/>
                <a:gd name="connsiteX59" fmla="*/ 339206 w 338722"/>
                <a:gd name="connsiteY59" fmla="*/ 250482 h 338722"/>
                <a:gd name="connsiteX60" fmla="*/ 250844 w 338722"/>
                <a:gd name="connsiteY60" fmla="*/ 162120 h 338722"/>
                <a:gd name="connsiteX61" fmla="*/ 162482 w 338722"/>
                <a:gd name="connsiteY61" fmla="*/ 250482 h 338722"/>
                <a:gd name="connsiteX62" fmla="*/ 280298 w 338722"/>
                <a:gd name="connsiteY62" fmla="*/ 250482 h 338722"/>
                <a:gd name="connsiteX63" fmla="*/ 250844 w 338722"/>
                <a:gd name="connsiteY63" fmla="*/ 250482 h 338722"/>
                <a:gd name="connsiteX64" fmla="*/ 250844 w 338722"/>
                <a:gd name="connsiteY64" fmla="*/ 206301 h 33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38722" h="338722">
                  <a:moveTo>
                    <a:pt x="309752" y="59030"/>
                  </a:moveTo>
                  <a:cubicBezTo>
                    <a:pt x="309752" y="75297"/>
                    <a:pt x="296565" y="88484"/>
                    <a:pt x="280298" y="88484"/>
                  </a:cubicBezTo>
                  <a:lnTo>
                    <a:pt x="29938" y="88484"/>
                  </a:lnTo>
                  <a:cubicBezTo>
                    <a:pt x="13671" y="88484"/>
                    <a:pt x="484" y="75297"/>
                    <a:pt x="484" y="59030"/>
                  </a:cubicBezTo>
                  <a:lnTo>
                    <a:pt x="484" y="29576"/>
                  </a:lnTo>
                  <a:cubicBezTo>
                    <a:pt x="484" y="13309"/>
                    <a:pt x="13671" y="122"/>
                    <a:pt x="29938" y="122"/>
                  </a:cubicBezTo>
                  <a:lnTo>
                    <a:pt x="280298" y="122"/>
                  </a:lnTo>
                  <a:cubicBezTo>
                    <a:pt x="296565" y="122"/>
                    <a:pt x="309752" y="13309"/>
                    <a:pt x="309752" y="29576"/>
                  </a:cubicBezTo>
                  <a:close/>
                  <a:moveTo>
                    <a:pt x="29938" y="176847"/>
                  </a:moveTo>
                  <a:cubicBezTo>
                    <a:pt x="13671" y="176847"/>
                    <a:pt x="484" y="163660"/>
                    <a:pt x="484" y="147393"/>
                  </a:cubicBezTo>
                  <a:lnTo>
                    <a:pt x="484" y="117939"/>
                  </a:lnTo>
                  <a:cubicBezTo>
                    <a:pt x="484" y="101671"/>
                    <a:pt x="13671" y="88484"/>
                    <a:pt x="29938" y="88484"/>
                  </a:cubicBezTo>
                  <a:lnTo>
                    <a:pt x="280298" y="88484"/>
                  </a:lnTo>
                  <a:cubicBezTo>
                    <a:pt x="296565" y="88484"/>
                    <a:pt x="309752" y="101671"/>
                    <a:pt x="309752" y="117939"/>
                  </a:cubicBezTo>
                  <a:lnTo>
                    <a:pt x="309752" y="140029"/>
                  </a:lnTo>
                  <a:moveTo>
                    <a:pt x="63074" y="40621"/>
                  </a:moveTo>
                  <a:cubicBezTo>
                    <a:pt x="61041" y="40621"/>
                    <a:pt x="59392" y="42270"/>
                    <a:pt x="59392" y="44303"/>
                  </a:cubicBezTo>
                  <a:cubicBezTo>
                    <a:pt x="59392" y="46337"/>
                    <a:pt x="61041" y="47985"/>
                    <a:pt x="63074" y="47985"/>
                  </a:cubicBezTo>
                  <a:cubicBezTo>
                    <a:pt x="65107" y="47985"/>
                    <a:pt x="66756" y="46337"/>
                    <a:pt x="66756" y="44303"/>
                  </a:cubicBezTo>
                  <a:cubicBezTo>
                    <a:pt x="66756" y="42270"/>
                    <a:pt x="65107" y="40621"/>
                    <a:pt x="63074" y="40621"/>
                  </a:cubicBezTo>
                  <a:lnTo>
                    <a:pt x="63074" y="40621"/>
                  </a:lnTo>
                  <a:moveTo>
                    <a:pt x="114619" y="40621"/>
                  </a:moveTo>
                  <a:cubicBezTo>
                    <a:pt x="112585" y="40621"/>
                    <a:pt x="110937" y="42270"/>
                    <a:pt x="110937" y="44303"/>
                  </a:cubicBezTo>
                  <a:cubicBezTo>
                    <a:pt x="110937" y="46337"/>
                    <a:pt x="112585" y="47985"/>
                    <a:pt x="114619" y="47985"/>
                  </a:cubicBezTo>
                  <a:cubicBezTo>
                    <a:pt x="116652" y="47985"/>
                    <a:pt x="118301" y="46337"/>
                    <a:pt x="118301" y="44303"/>
                  </a:cubicBezTo>
                  <a:cubicBezTo>
                    <a:pt x="118301" y="42270"/>
                    <a:pt x="116652" y="40621"/>
                    <a:pt x="114619" y="40621"/>
                  </a:cubicBezTo>
                  <a:lnTo>
                    <a:pt x="114619" y="40621"/>
                  </a:lnTo>
                  <a:moveTo>
                    <a:pt x="63074" y="128984"/>
                  </a:moveTo>
                  <a:cubicBezTo>
                    <a:pt x="61041" y="128984"/>
                    <a:pt x="59392" y="130632"/>
                    <a:pt x="59392" y="132666"/>
                  </a:cubicBezTo>
                  <a:cubicBezTo>
                    <a:pt x="59392" y="134699"/>
                    <a:pt x="61041" y="136347"/>
                    <a:pt x="63074" y="136347"/>
                  </a:cubicBezTo>
                  <a:cubicBezTo>
                    <a:pt x="65107" y="136347"/>
                    <a:pt x="66756" y="134699"/>
                    <a:pt x="66756" y="132666"/>
                  </a:cubicBezTo>
                  <a:cubicBezTo>
                    <a:pt x="66756" y="130632"/>
                    <a:pt x="65107" y="128984"/>
                    <a:pt x="63074" y="128984"/>
                  </a:cubicBezTo>
                  <a:lnTo>
                    <a:pt x="63074" y="128984"/>
                  </a:lnTo>
                  <a:moveTo>
                    <a:pt x="114619" y="128984"/>
                  </a:moveTo>
                  <a:cubicBezTo>
                    <a:pt x="112585" y="128984"/>
                    <a:pt x="110937" y="130632"/>
                    <a:pt x="110937" y="132666"/>
                  </a:cubicBezTo>
                  <a:cubicBezTo>
                    <a:pt x="110937" y="134699"/>
                    <a:pt x="112585" y="136347"/>
                    <a:pt x="114619" y="136347"/>
                  </a:cubicBezTo>
                  <a:cubicBezTo>
                    <a:pt x="116652" y="136347"/>
                    <a:pt x="118301" y="134699"/>
                    <a:pt x="118301" y="132666"/>
                  </a:cubicBezTo>
                  <a:cubicBezTo>
                    <a:pt x="118301" y="130632"/>
                    <a:pt x="116652" y="128984"/>
                    <a:pt x="114619" y="128984"/>
                  </a:cubicBezTo>
                  <a:lnTo>
                    <a:pt x="114619" y="128984"/>
                  </a:lnTo>
                  <a:moveTo>
                    <a:pt x="125664" y="265209"/>
                  </a:moveTo>
                  <a:lnTo>
                    <a:pt x="29938" y="265209"/>
                  </a:lnTo>
                  <a:cubicBezTo>
                    <a:pt x="13671" y="265209"/>
                    <a:pt x="484" y="252022"/>
                    <a:pt x="484" y="235755"/>
                  </a:cubicBezTo>
                  <a:lnTo>
                    <a:pt x="484" y="206301"/>
                  </a:lnTo>
                  <a:cubicBezTo>
                    <a:pt x="484" y="190034"/>
                    <a:pt x="13671" y="176847"/>
                    <a:pt x="29938" y="176847"/>
                  </a:cubicBezTo>
                  <a:lnTo>
                    <a:pt x="147755" y="176847"/>
                  </a:lnTo>
                  <a:moveTo>
                    <a:pt x="63074" y="217346"/>
                  </a:moveTo>
                  <a:cubicBezTo>
                    <a:pt x="61041" y="217346"/>
                    <a:pt x="59392" y="218995"/>
                    <a:pt x="59392" y="221028"/>
                  </a:cubicBezTo>
                  <a:cubicBezTo>
                    <a:pt x="59392" y="223061"/>
                    <a:pt x="61041" y="224710"/>
                    <a:pt x="63074" y="224710"/>
                  </a:cubicBezTo>
                  <a:cubicBezTo>
                    <a:pt x="65107" y="224710"/>
                    <a:pt x="66756" y="223061"/>
                    <a:pt x="66756" y="221028"/>
                  </a:cubicBezTo>
                  <a:cubicBezTo>
                    <a:pt x="66756" y="218995"/>
                    <a:pt x="65107" y="217346"/>
                    <a:pt x="63074" y="217346"/>
                  </a:cubicBezTo>
                  <a:lnTo>
                    <a:pt x="63074" y="217346"/>
                  </a:lnTo>
                  <a:moveTo>
                    <a:pt x="114619" y="217346"/>
                  </a:moveTo>
                  <a:cubicBezTo>
                    <a:pt x="112585" y="217346"/>
                    <a:pt x="110937" y="218995"/>
                    <a:pt x="110937" y="221028"/>
                  </a:cubicBezTo>
                  <a:cubicBezTo>
                    <a:pt x="110937" y="223061"/>
                    <a:pt x="112585" y="224710"/>
                    <a:pt x="114619" y="224710"/>
                  </a:cubicBezTo>
                  <a:cubicBezTo>
                    <a:pt x="116652" y="224710"/>
                    <a:pt x="118301" y="223061"/>
                    <a:pt x="118301" y="221028"/>
                  </a:cubicBezTo>
                  <a:cubicBezTo>
                    <a:pt x="118301" y="218995"/>
                    <a:pt x="116652" y="217346"/>
                    <a:pt x="114619" y="217346"/>
                  </a:cubicBezTo>
                  <a:lnTo>
                    <a:pt x="114619" y="217346"/>
                  </a:lnTo>
                  <a:moveTo>
                    <a:pt x="162482" y="250482"/>
                  </a:moveTo>
                  <a:cubicBezTo>
                    <a:pt x="162482" y="299283"/>
                    <a:pt x="202043" y="338845"/>
                    <a:pt x="250844" y="338845"/>
                  </a:cubicBezTo>
                  <a:cubicBezTo>
                    <a:pt x="299645" y="338845"/>
                    <a:pt x="339206" y="299283"/>
                    <a:pt x="339206" y="250482"/>
                  </a:cubicBezTo>
                  <a:cubicBezTo>
                    <a:pt x="339206" y="201681"/>
                    <a:pt x="299645" y="162120"/>
                    <a:pt x="250844" y="162120"/>
                  </a:cubicBezTo>
                  <a:cubicBezTo>
                    <a:pt x="202043" y="162120"/>
                    <a:pt x="162482" y="201681"/>
                    <a:pt x="162482" y="250482"/>
                  </a:cubicBezTo>
                  <a:close/>
                  <a:moveTo>
                    <a:pt x="280298" y="250482"/>
                  </a:moveTo>
                  <a:lnTo>
                    <a:pt x="250844" y="250482"/>
                  </a:lnTo>
                  <a:lnTo>
                    <a:pt x="250844" y="206301"/>
                  </a:lnTo>
                </a:path>
              </a:pathLst>
            </a:custGeom>
            <a:noFill/>
            <a:ln w="7361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igura a mano libera: forma 108">
              <a:extLst>
                <a:ext uri="{FF2B5EF4-FFF2-40B4-BE49-F238E27FC236}">
                  <a16:creationId xmlns:a16="http://schemas.microsoft.com/office/drawing/2014/main" id="{D0F38E5F-8770-36F3-A03E-DB17B58D3B71}"/>
                </a:ext>
              </a:extLst>
            </p:cNvPr>
            <p:cNvSpPr/>
            <p:nvPr/>
          </p:nvSpPr>
          <p:spPr>
            <a:xfrm>
              <a:off x="2392100" y="5007803"/>
              <a:ext cx="421552" cy="402132"/>
            </a:xfrm>
            <a:custGeom>
              <a:avLst/>
              <a:gdLst>
                <a:gd name="connsiteX0" fmla="*/ 269058 w 503709"/>
                <a:gd name="connsiteY0" fmla="*/ 381213 h 508083"/>
                <a:gd name="connsiteX1" fmla="*/ 46517 w 503709"/>
                <a:gd name="connsiteY1" fmla="*/ 381213 h 508083"/>
                <a:gd name="connsiteX2" fmla="*/ 370 w 503709"/>
                <a:gd name="connsiteY2" fmla="*/ 335021 h 508083"/>
                <a:gd name="connsiteX3" fmla="*/ 370 w 503709"/>
                <a:gd name="connsiteY3" fmla="*/ 46385 h 508083"/>
                <a:gd name="connsiteX4" fmla="*/ 46517 w 503709"/>
                <a:gd name="connsiteY4" fmla="*/ 194 h 508083"/>
                <a:gd name="connsiteX5" fmla="*/ 392898 w 503709"/>
                <a:gd name="connsiteY5" fmla="*/ 194 h 508083"/>
                <a:gd name="connsiteX6" fmla="*/ 439067 w 503709"/>
                <a:gd name="connsiteY6" fmla="*/ 46385 h 508083"/>
                <a:gd name="connsiteX7" fmla="*/ 439067 w 503709"/>
                <a:gd name="connsiteY7" fmla="*/ 186351 h 508083"/>
                <a:gd name="connsiteX8" fmla="*/ 326 w 503709"/>
                <a:gd name="connsiteY8" fmla="*/ 90390 h 508083"/>
                <a:gd name="connsiteX9" fmla="*/ 439067 w 503709"/>
                <a:gd name="connsiteY9" fmla="*/ 90390 h 508083"/>
                <a:gd name="connsiteX10" fmla="*/ 326 w 503709"/>
                <a:gd name="connsiteY10" fmla="*/ 282026 h 508083"/>
                <a:gd name="connsiteX11" fmla="*/ 269058 w 503709"/>
                <a:gd name="connsiteY11" fmla="*/ 282026 h 508083"/>
                <a:gd name="connsiteX12" fmla="*/ 326 w 503709"/>
                <a:gd name="connsiteY12" fmla="*/ 186351 h 508083"/>
                <a:gd name="connsiteX13" fmla="*/ 439067 w 503709"/>
                <a:gd name="connsiteY13" fmla="*/ 186351 h 508083"/>
                <a:gd name="connsiteX14" fmla="*/ 179525 w 503709"/>
                <a:gd name="connsiteY14" fmla="*/ 90390 h 508083"/>
                <a:gd name="connsiteX15" fmla="*/ 179525 w 503709"/>
                <a:gd name="connsiteY15" fmla="*/ 381213 h 508083"/>
                <a:gd name="connsiteX16" fmla="*/ 308004 w 503709"/>
                <a:gd name="connsiteY16" fmla="*/ 90390 h 508083"/>
                <a:gd name="connsiteX17" fmla="*/ 308004 w 503709"/>
                <a:gd name="connsiteY17" fmla="*/ 245466 h 508083"/>
                <a:gd name="connsiteX18" fmla="*/ 314852 w 503709"/>
                <a:gd name="connsiteY18" fmla="*/ 376883 h 508083"/>
                <a:gd name="connsiteX19" fmla="*/ 347701 w 503709"/>
                <a:gd name="connsiteY19" fmla="*/ 344034 h 508083"/>
                <a:gd name="connsiteX20" fmla="*/ 471231 w 503709"/>
                <a:gd name="connsiteY20" fmla="*/ 344034 h 508083"/>
                <a:gd name="connsiteX21" fmla="*/ 504036 w 503709"/>
                <a:gd name="connsiteY21" fmla="*/ 376883 h 508083"/>
                <a:gd name="connsiteX22" fmla="*/ 504036 w 503709"/>
                <a:gd name="connsiteY22" fmla="*/ 475429 h 508083"/>
                <a:gd name="connsiteX23" fmla="*/ 471231 w 503709"/>
                <a:gd name="connsiteY23" fmla="*/ 508278 h 508083"/>
                <a:gd name="connsiteX24" fmla="*/ 347701 w 503709"/>
                <a:gd name="connsiteY24" fmla="*/ 508278 h 508083"/>
                <a:gd name="connsiteX25" fmla="*/ 314852 w 503709"/>
                <a:gd name="connsiteY25" fmla="*/ 475429 h 508083"/>
                <a:gd name="connsiteX26" fmla="*/ 409466 w 503709"/>
                <a:gd name="connsiteY26" fmla="*/ 245400 h 508083"/>
                <a:gd name="connsiteX27" fmla="*/ 409466 w 503709"/>
                <a:gd name="connsiteY27" fmla="*/ 245400 h 508083"/>
                <a:gd name="connsiteX28" fmla="*/ 346397 w 503709"/>
                <a:gd name="connsiteY28" fmla="*/ 311097 h 508083"/>
                <a:gd name="connsiteX29" fmla="*/ 346397 w 503709"/>
                <a:gd name="connsiteY29" fmla="*/ 343968 h 508083"/>
                <a:gd name="connsiteX30" fmla="*/ 472535 w 503709"/>
                <a:gd name="connsiteY30" fmla="*/ 343968 h 508083"/>
                <a:gd name="connsiteX31" fmla="*/ 472535 w 503709"/>
                <a:gd name="connsiteY31" fmla="*/ 311163 h 508083"/>
                <a:gd name="connsiteX32" fmla="*/ 409466 w 503709"/>
                <a:gd name="connsiteY32" fmla="*/ 245400 h 508083"/>
                <a:gd name="connsiteX33" fmla="*/ 409466 w 503709"/>
                <a:gd name="connsiteY33" fmla="*/ 403149 h 508083"/>
                <a:gd name="connsiteX34" fmla="*/ 386803 w 503709"/>
                <a:gd name="connsiteY34" fmla="*/ 417147 h 508083"/>
                <a:gd name="connsiteX35" fmla="*/ 391331 w 503709"/>
                <a:gd name="connsiteY35" fmla="*/ 443397 h 508083"/>
                <a:gd name="connsiteX36" fmla="*/ 417375 w 503709"/>
                <a:gd name="connsiteY36" fmla="*/ 448992 h 508083"/>
                <a:gd name="connsiteX37" fmla="*/ 432286 w 503709"/>
                <a:gd name="connsiteY37" fmla="*/ 426918 h 508083"/>
                <a:gd name="connsiteX38" fmla="*/ 409466 w 503709"/>
                <a:gd name="connsiteY38" fmla="*/ 403149 h 508083"/>
                <a:gd name="connsiteX39" fmla="*/ 409466 w 503709"/>
                <a:gd name="connsiteY39" fmla="*/ 403149 h 50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03709" h="508083">
                  <a:moveTo>
                    <a:pt x="269058" y="381213"/>
                  </a:moveTo>
                  <a:lnTo>
                    <a:pt x="46517" y="381213"/>
                  </a:lnTo>
                  <a:cubicBezTo>
                    <a:pt x="21024" y="381188"/>
                    <a:pt x="370" y="360515"/>
                    <a:pt x="370" y="335021"/>
                  </a:cubicBezTo>
                  <a:lnTo>
                    <a:pt x="370" y="46385"/>
                  </a:lnTo>
                  <a:cubicBezTo>
                    <a:pt x="370" y="20892"/>
                    <a:pt x="21024" y="218"/>
                    <a:pt x="46517" y="194"/>
                  </a:cubicBezTo>
                  <a:lnTo>
                    <a:pt x="392898" y="194"/>
                  </a:lnTo>
                  <a:cubicBezTo>
                    <a:pt x="418400" y="206"/>
                    <a:pt x="439067" y="20883"/>
                    <a:pt x="439067" y="46385"/>
                  </a:cubicBezTo>
                  <a:lnTo>
                    <a:pt x="439067" y="186351"/>
                  </a:lnTo>
                  <a:moveTo>
                    <a:pt x="326" y="90390"/>
                  </a:moveTo>
                  <a:lnTo>
                    <a:pt x="439067" y="90390"/>
                  </a:lnTo>
                  <a:moveTo>
                    <a:pt x="326" y="282026"/>
                  </a:moveTo>
                  <a:lnTo>
                    <a:pt x="269058" y="282026"/>
                  </a:lnTo>
                  <a:moveTo>
                    <a:pt x="326" y="186351"/>
                  </a:moveTo>
                  <a:lnTo>
                    <a:pt x="439067" y="186351"/>
                  </a:lnTo>
                  <a:moveTo>
                    <a:pt x="179525" y="90390"/>
                  </a:moveTo>
                  <a:lnTo>
                    <a:pt x="179525" y="381213"/>
                  </a:lnTo>
                  <a:moveTo>
                    <a:pt x="308004" y="90390"/>
                  </a:moveTo>
                  <a:lnTo>
                    <a:pt x="308004" y="245466"/>
                  </a:lnTo>
                  <a:moveTo>
                    <a:pt x="314852" y="376883"/>
                  </a:moveTo>
                  <a:cubicBezTo>
                    <a:pt x="314852" y="358741"/>
                    <a:pt x="329559" y="344034"/>
                    <a:pt x="347701" y="344034"/>
                  </a:cubicBezTo>
                  <a:lnTo>
                    <a:pt x="471231" y="344034"/>
                  </a:lnTo>
                  <a:cubicBezTo>
                    <a:pt x="489356" y="344059"/>
                    <a:pt x="504036" y="358758"/>
                    <a:pt x="504036" y="376883"/>
                  </a:cubicBezTo>
                  <a:lnTo>
                    <a:pt x="504036" y="475429"/>
                  </a:lnTo>
                  <a:cubicBezTo>
                    <a:pt x="504036" y="493554"/>
                    <a:pt x="489356" y="508253"/>
                    <a:pt x="471231" y="508278"/>
                  </a:cubicBezTo>
                  <a:lnTo>
                    <a:pt x="347701" y="508278"/>
                  </a:lnTo>
                  <a:cubicBezTo>
                    <a:pt x="329559" y="508278"/>
                    <a:pt x="314852" y="493571"/>
                    <a:pt x="314852" y="475429"/>
                  </a:cubicBezTo>
                  <a:close/>
                  <a:moveTo>
                    <a:pt x="409466" y="245400"/>
                  </a:moveTo>
                  <a:lnTo>
                    <a:pt x="409466" y="245400"/>
                  </a:lnTo>
                  <a:cubicBezTo>
                    <a:pt x="373913" y="246136"/>
                    <a:pt x="345682" y="275544"/>
                    <a:pt x="346397" y="311097"/>
                  </a:cubicBezTo>
                  <a:lnTo>
                    <a:pt x="346397" y="343968"/>
                  </a:lnTo>
                  <a:lnTo>
                    <a:pt x="472535" y="343968"/>
                  </a:lnTo>
                  <a:lnTo>
                    <a:pt x="472535" y="311163"/>
                  </a:lnTo>
                  <a:cubicBezTo>
                    <a:pt x="473287" y="275584"/>
                    <a:pt x="445045" y="246136"/>
                    <a:pt x="409466" y="245400"/>
                  </a:cubicBezTo>
                  <a:close/>
                  <a:moveTo>
                    <a:pt x="409466" y="403149"/>
                  </a:moveTo>
                  <a:cubicBezTo>
                    <a:pt x="399763" y="402752"/>
                    <a:pt x="390792" y="408293"/>
                    <a:pt x="386803" y="417147"/>
                  </a:cubicBezTo>
                  <a:cubicBezTo>
                    <a:pt x="382813" y="426001"/>
                    <a:pt x="384606" y="436391"/>
                    <a:pt x="391331" y="443397"/>
                  </a:cubicBezTo>
                  <a:cubicBezTo>
                    <a:pt x="398057" y="450403"/>
                    <a:pt x="408366" y="452617"/>
                    <a:pt x="417375" y="448992"/>
                  </a:cubicBezTo>
                  <a:cubicBezTo>
                    <a:pt x="426385" y="445367"/>
                    <a:pt x="432287" y="436630"/>
                    <a:pt x="432286" y="426918"/>
                  </a:cubicBezTo>
                  <a:cubicBezTo>
                    <a:pt x="432544" y="414054"/>
                    <a:pt x="422330" y="403414"/>
                    <a:pt x="409466" y="403149"/>
                  </a:cubicBezTo>
                  <a:lnTo>
                    <a:pt x="409466" y="403149"/>
                  </a:lnTo>
                </a:path>
              </a:pathLst>
            </a:custGeom>
            <a:noFill/>
            <a:ln w="7361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igura a mano libera: forma 109">
              <a:extLst>
                <a:ext uri="{FF2B5EF4-FFF2-40B4-BE49-F238E27FC236}">
                  <a16:creationId xmlns:a16="http://schemas.microsoft.com/office/drawing/2014/main" id="{C9C8B3E0-B169-AD0C-8B3D-F198F28FBA74}"/>
                </a:ext>
              </a:extLst>
            </p:cNvPr>
            <p:cNvSpPr/>
            <p:nvPr/>
          </p:nvSpPr>
          <p:spPr>
            <a:xfrm>
              <a:off x="1452970" y="5788474"/>
              <a:ext cx="250360" cy="338722"/>
            </a:xfrm>
            <a:custGeom>
              <a:avLst/>
              <a:gdLst>
                <a:gd name="connsiteX0" fmla="*/ 250552 w 250360"/>
                <a:gd name="connsiteY0" fmla="*/ 132834 h 338722"/>
                <a:gd name="connsiteX1" fmla="*/ 235825 w 250360"/>
                <a:gd name="connsiteY1" fmla="*/ 118107 h 338722"/>
                <a:gd name="connsiteX2" fmla="*/ 14919 w 250360"/>
                <a:gd name="connsiteY2" fmla="*/ 118107 h 338722"/>
                <a:gd name="connsiteX3" fmla="*/ 192 w 250360"/>
                <a:gd name="connsiteY3" fmla="*/ 132834 h 338722"/>
                <a:gd name="connsiteX4" fmla="*/ 192 w 250360"/>
                <a:gd name="connsiteY4" fmla="*/ 324285 h 338722"/>
                <a:gd name="connsiteX5" fmla="*/ 14919 w 250360"/>
                <a:gd name="connsiteY5" fmla="*/ 339013 h 338722"/>
                <a:gd name="connsiteX6" fmla="*/ 147463 w 250360"/>
                <a:gd name="connsiteY6" fmla="*/ 339013 h 338722"/>
                <a:gd name="connsiteX7" fmla="*/ 172602 w 250360"/>
                <a:gd name="connsiteY7" fmla="*/ 328600 h 338722"/>
                <a:gd name="connsiteX8" fmla="*/ 240140 w 250360"/>
                <a:gd name="connsiteY8" fmla="*/ 261062 h 338722"/>
                <a:gd name="connsiteX9" fmla="*/ 250552 w 250360"/>
                <a:gd name="connsiteY9" fmla="*/ 235923 h 338722"/>
                <a:gd name="connsiteX10" fmla="*/ 162190 w 250360"/>
                <a:gd name="connsiteY10" fmla="*/ 335404 h 338722"/>
                <a:gd name="connsiteX11" fmla="*/ 162190 w 250360"/>
                <a:gd name="connsiteY11" fmla="*/ 265377 h 338722"/>
                <a:gd name="connsiteX12" fmla="*/ 176917 w 250360"/>
                <a:gd name="connsiteY12" fmla="*/ 250650 h 338722"/>
                <a:gd name="connsiteX13" fmla="*/ 246944 w 250360"/>
                <a:gd name="connsiteY13" fmla="*/ 250650 h 338722"/>
                <a:gd name="connsiteX14" fmla="*/ 73827 w 250360"/>
                <a:gd name="connsiteY14" fmla="*/ 44471 h 338722"/>
                <a:gd name="connsiteX15" fmla="*/ 118009 w 250360"/>
                <a:gd name="connsiteY15" fmla="*/ 88652 h 338722"/>
                <a:gd name="connsiteX16" fmla="*/ 162190 w 250360"/>
                <a:gd name="connsiteY16" fmla="*/ 44471 h 338722"/>
                <a:gd name="connsiteX17" fmla="*/ 118009 w 250360"/>
                <a:gd name="connsiteY17" fmla="*/ 290 h 338722"/>
                <a:gd name="connsiteX18" fmla="*/ 73827 w 250360"/>
                <a:gd name="connsiteY18" fmla="*/ 44471 h 338722"/>
                <a:gd name="connsiteX19" fmla="*/ 118009 w 250360"/>
                <a:gd name="connsiteY19" fmla="*/ 88652 h 338722"/>
                <a:gd name="connsiteX20" fmla="*/ 118009 w 250360"/>
                <a:gd name="connsiteY20" fmla="*/ 132834 h 338722"/>
                <a:gd name="connsiteX21" fmla="*/ 118009 w 250360"/>
                <a:gd name="connsiteY21" fmla="*/ 29744 h 338722"/>
                <a:gd name="connsiteX22" fmla="*/ 132736 w 250360"/>
                <a:gd name="connsiteY22" fmla="*/ 44471 h 338722"/>
                <a:gd name="connsiteX23" fmla="*/ 51737 w 250360"/>
                <a:gd name="connsiteY23" fmla="*/ 177015 h 338722"/>
                <a:gd name="connsiteX24" fmla="*/ 169553 w 250360"/>
                <a:gd name="connsiteY24" fmla="*/ 177015 h 338722"/>
                <a:gd name="connsiteX25" fmla="*/ 51737 w 250360"/>
                <a:gd name="connsiteY25" fmla="*/ 221196 h 338722"/>
                <a:gd name="connsiteX26" fmla="*/ 169553 w 250360"/>
                <a:gd name="connsiteY26" fmla="*/ 221196 h 338722"/>
                <a:gd name="connsiteX27" fmla="*/ 51737 w 250360"/>
                <a:gd name="connsiteY27" fmla="*/ 265377 h 338722"/>
                <a:gd name="connsiteX28" fmla="*/ 125372 w 250360"/>
                <a:gd name="connsiteY28" fmla="*/ 265377 h 33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50360" h="338722">
                  <a:moveTo>
                    <a:pt x="250552" y="132834"/>
                  </a:moveTo>
                  <a:cubicBezTo>
                    <a:pt x="250552" y="124700"/>
                    <a:pt x="243959" y="118107"/>
                    <a:pt x="235825" y="118107"/>
                  </a:cubicBezTo>
                  <a:lnTo>
                    <a:pt x="14919" y="118107"/>
                  </a:lnTo>
                  <a:cubicBezTo>
                    <a:pt x="6786" y="118107"/>
                    <a:pt x="192" y="124700"/>
                    <a:pt x="192" y="132834"/>
                  </a:cubicBezTo>
                  <a:lnTo>
                    <a:pt x="192" y="324285"/>
                  </a:lnTo>
                  <a:cubicBezTo>
                    <a:pt x="192" y="332419"/>
                    <a:pt x="6786" y="339013"/>
                    <a:pt x="14919" y="339013"/>
                  </a:cubicBezTo>
                  <a:lnTo>
                    <a:pt x="147463" y="339013"/>
                  </a:lnTo>
                  <a:cubicBezTo>
                    <a:pt x="156784" y="338507"/>
                    <a:pt x="165653" y="334834"/>
                    <a:pt x="172602" y="328600"/>
                  </a:cubicBezTo>
                  <a:lnTo>
                    <a:pt x="240140" y="261062"/>
                  </a:lnTo>
                  <a:cubicBezTo>
                    <a:pt x="246373" y="254113"/>
                    <a:pt x="250047" y="245244"/>
                    <a:pt x="250552" y="235923"/>
                  </a:cubicBezTo>
                  <a:close/>
                  <a:moveTo>
                    <a:pt x="162190" y="335404"/>
                  </a:moveTo>
                  <a:lnTo>
                    <a:pt x="162190" y="265377"/>
                  </a:lnTo>
                  <a:cubicBezTo>
                    <a:pt x="162190" y="257244"/>
                    <a:pt x="168783" y="250650"/>
                    <a:pt x="176917" y="250650"/>
                  </a:cubicBezTo>
                  <a:lnTo>
                    <a:pt x="246944" y="250650"/>
                  </a:lnTo>
                  <a:moveTo>
                    <a:pt x="73827" y="44471"/>
                  </a:moveTo>
                  <a:cubicBezTo>
                    <a:pt x="73827" y="68872"/>
                    <a:pt x="93608" y="88652"/>
                    <a:pt x="118009" y="88652"/>
                  </a:cubicBezTo>
                  <a:cubicBezTo>
                    <a:pt x="142409" y="88652"/>
                    <a:pt x="162190" y="68872"/>
                    <a:pt x="162190" y="44471"/>
                  </a:cubicBezTo>
                  <a:cubicBezTo>
                    <a:pt x="162190" y="20071"/>
                    <a:pt x="142409" y="290"/>
                    <a:pt x="118009" y="290"/>
                  </a:cubicBezTo>
                  <a:cubicBezTo>
                    <a:pt x="93608" y="290"/>
                    <a:pt x="73827" y="20071"/>
                    <a:pt x="73827" y="44471"/>
                  </a:cubicBezTo>
                  <a:close/>
                  <a:moveTo>
                    <a:pt x="118009" y="88652"/>
                  </a:moveTo>
                  <a:lnTo>
                    <a:pt x="118009" y="132834"/>
                  </a:lnTo>
                  <a:moveTo>
                    <a:pt x="118009" y="29744"/>
                  </a:moveTo>
                  <a:cubicBezTo>
                    <a:pt x="126142" y="29744"/>
                    <a:pt x="132736" y="36338"/>
                    <a:pt x="132736" y="44471"/>
                  </a:cubicBezTo>
                  <a:moveTo>
                    <a:pt x="51737" y="177015"/>
                  </a:moveTo>
                  <a:lnTo>
                    <a:pt x="169553" y="177015"/>
                  </a:lnTo>
                  <a:moveTo>
                    <a:pt x="51737" y="221196"/>
                  </a:moveTo>
                  <a:lnTo>
                    <a:pt x="169553" y="221196"/>
                  </a:lnTo>
                  <a:moveTo>
                    <a:pt x="51737" y="265377"/>
                  </a:moveTo>
                  <a:lnTo>
                    <a:pt x="125372" y="265377"/>
                  </a:lnTo>
                </a:path>
              </a:pathLst>
            </a:custGeom>
            <a:noFill/>
            <a:ln w="7361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igura a mano libera: forma 110">
              <a:extLst>
                <a:ext uri="{FF2B5EF4-FFF2-40B4-BE49-F238E27FC236}">
                  <a16:creationId xmlns:a16="http://schemas.microsoft.com/office/drawing/2014/main" id="{886E28DF-5136-FB81-22E2-43E338C1C964}"/>
                </a:ext>
              </a:extLst>
            </p:cNvPr>
            <p:cNvSpPr/>
            <p:nvPr/>
          </p:nvSpPr>
          <p:spPr>
            <a:xfrm>
              <a:off x="2317281" y="6308613"/>
              <a:ext cx="324093" cy="309388"/>
            </a:xfrm>
            <a:custGeom>
              <a:avLst/>
              <a:gdLst>
                <a:gd name="connsiteX0" fmla="*/ 287729 w 324093"/>
                <a:gd name="connsiteY0" fmla="*/ 183018 h 309388"/>
                <a:gd name="connsiteX1" fmla="*/ 324547 w 324093"/>
                <a:gd name="connsiteY1" fmla="*/ 123388 h 309388"/>
                <a:gd name="connsiteX2" fmla="*/ 302575 w 324093"/>
                <a:gd name="connsiteY2" fmla="*/ 73752 h 309388"/>
                <a:gd name="connsiteX3" fmla="*/ 251589 w 324093"/>
                <a:gd name="connsiteY3" fmla="*/ 55128 h 309388"/>
                <a:gd name="connsiteX4" fmla="*/ 162549 w 324093"/>
                <a:gd name="connsiteY4" fmla="*/ 299 h 309388"/>
                <a:gd name="connsiteX5" fmla="*/ 64246 w 324093"/>
                <a:gd name="connsiteY5" fmla="*/ 90267 h 309388"/>
                <a:gd name="connsiteX6" fmla="*/ 20521 w 324093"/>
                <a:gd name="connsiteY6" fmla="*/ 100299 h 309388"/>
                <a:gd name="connsiteX7" fmla="*/ 551 w 324093"/>
                <a:gd name="connsiteY7" fmla="*/ 140471 h 309388"/>
                <a:gd name="connsiteX8" fmla="*/ 37369 w 324093"/>
                <a:gd name="connsiteY8" fmla="*/ 188805 h 309388"/>
                <a:gd name="connsiteX9" fmla="*/ 125731 w 324093"/>
                <a:gd name="connsiteY9" fmla="*/ 235947 h 309388"/>
                <a:gd name="connsiteX10" fmla="*/ 74187 w 324093"/>
                <a:gd name="connsiteY10" fmla="*/ 235947 h 309388"/>
                <a:gd name="connsiteX11" fmla="*/ 74187 w 324093"/>
                <a:gd name="connsiteY11" fmla="*/ 287491 h 309388"/>
                <a:gd name="connsiteX12" fmla="*/ 242326 w 324093"/>
                <a:gd name="connsiteY12" fmla="*/ 254105 h 309388"/>
                <a:gd name="connsiteX13" fmla="*/ 155359 w 324093"/>
                <a:gd name="connsiteY13" fmla="*/ 309146 h 309388"/>
                <a:gd name="connsiteX14" fmla="*/ 83023 w 324093"/>
                <a:gd name="connsiteY14" fmla="*/ 235932 h 309388"/>
                <a:gd name="connsiteX15" fmla="*/ 199367 w 324093"/>
                <a:gd name="connsiteY15" fmla="*/ 206493 h 309388"/>
                <a:gd name="connsiteX16" fmla="*/ 250912 w 324093"/>
                <a:gd name="connsiteY16" fmla="*/ 206493 h 309388"/>
                <a:gd name="connsiteX17" fmla="*/ 250912 w 324093"/>
                <a:gd name="connsiteY17" fmla="*/ 154948 h 309388"/>
                <a:gd name="connsiteX18" fmla="*/ 82773 w 324093"/>
                <a:gd name="connsiteY18" fmla="*/ 188334 h 309388"/>
                <a:gd name="connsiteX19" fmla="*/ 169727 w 324093"/>
                <a:gd name="connsiteY19" fmla="*/ 133285 h 309388"/>
                <a:gd name="connsiteX20" fmla="*/ 242075 w 324093"/>
                <a:gd name="connsiteY20" fmla="*/ 206478 h 30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4093" h="309388">
                  <a:moveTo>
                    <a:pt x="287729" y="183018"/>
                  </a:moveTo>
                  <a:cubicBezTo>
                    <a:pt x="310849" y="172322"/>
                    <a:pt x="325342" y="148849"/>
                    <a:pt x="324547" y="123388"/>
                  </a:cubicBezTo>
                  <a:cubicBezTo>
                    <a:pt x="324268" y="104545"/>
                    <a:pt x="316336" y="86627"/>
                    <a:pt x="302575" y="73752"/>
                  </a:cubicBezTo>
                  <a:cubicBezTo>
                    <a:pt x="288815" y="60877"/>
                    <a:pt x="270408" y="54154"/>
                    <a:pt x="251589" y="55128"/>
                  </a:cubicBezTo>
                  <a:cubicBezTo>
                    <a:pt x="234810" y="21352"/>
                    <a:pt x="200263" y="78"/>
                    <a:pt x="162549" y="299"/>
                  </a:cubicBezTo>
                  <a:cubicBezTo>
                    <a:pt x="111159" y="-391"/>
                    <a:pt x="68101" y="39017"/>
                    <a:pt x="64246" y="90267"/>
                  </a:cubicBezTo>
                  <a:cubicBezTo>
                    <a:pt x="48904" y="86893"/>
                    <a:pt x="32858" y="90575"/>
                    <a:pt x="20521" y="100299"/>
                  </a:cubicBezTo>
                  <a:cubicBezTo>
                    <a:pt x="8184" y="110023"/>
                    <a:pt x="855" y="124766"/>
                    <a:pt x="551" y="140471"/>
                  </a:cubicBezTo>
                  <a:cubicBezTo>
                    <a:pt x="-673" y="163426"/>
                    <a:pt x="14913" y="183888"/>
                    <a:pt x="37369" y="188805"/>
                  </a:cubicBezTo>
                  <a:moveTo>
                    <a:pt x="125731" y="235947"/>
                  </a:moveTo>
                  <a:lnTo>
                    <a:pt x="74187" y="235947"/>
                  </a:lnTo>
                  <a:lnTo>
                    <a:pt x="74187" y="287491"/>
                  </a:lnTo>
                  <a:moveTo>
                    <a:pt x="242326" y="254105"/>
                  </a:moveTo>
                  <a:cubicBezTo>
                    <a:pt x="229875" y="290611"/>
                    <a:pt x="193681" y="313518"/>
                    <a:pt x="155359" y="309146"/>
                  </a:cubicBezTo>
                  <a:cubicBezTo>
                    <a:pt x="117037" y="304774"/>
                    <a:pt x="86932" y="274304"/>
                    <a:pt x="83023" y="235932"/>
                  </a:cubicBezTo>
                  <a:moveTo>
                    <a:pt x="199367" y="206493"/>
                  </a:moveTo>
                  <a:lnTo>
                    <a:pt x="250912" y="206493"/>
                  </a:lnTo>
                  <a:lnTo>
                    <a:pt x="250912" y="154948"/>
                  </a:lnTo>
                  <a:moveTo>
                    <a:pt x="82773" y="188334"/>
                  </a:moveTo>
                  <a:cubicBezTo>
                    <a:pt x="95219" y="151830"/>
                    <a:pt x="131407" y="128921"/>
                    <a:pt x="169727" y="133285"/>
                  </a:cubicBezTo>
                  <a:cubicBezTo>
                    <a:pt x="208047" y="137649"/>
                    <a:pt x="238156" y="168110"/>
                    <a:pt x="242075" y="206478"/>
                  </a:cubicBezTo>
                </a:path>
              </a:pathLst>
            </a:custGeom>
            <a:noFill/>
            <a:ln w="7361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4" name="Elemento grafico 27">
            <a:extLst>
              <a:ext uri="{FF2B5EF4-FFF2-40B4-BE49-F238E27FC236}">
                <a16:creationId xmlns:a16="http://schemas.microsoft.com/office/drawing/2014/main" id="{3C3C1B86-C145-03FD-4EC2-E23018E5F50B}"/>
              </a:ext>
            </a:extLst>
          </p:cNvPr>
          <p:cNvGrpSpPr/>
          <p:nvPr/>
        </p:nvGrpSpPr>
        <p:grpSpPr>
          <a:xfrm>
            <a:off x="7402099" y="3403951"/>
            <a:ext cx="4658145" cy="3072651"/>
            <a:chOff x="7312743" y="3769383"/>
            <a:chExt cx="4658145" cy="3072651"/>
          </a:xfrm>
        </p:grpSpPr>
        <p:sp>
          <p:nvSpPr>
            <p:cNvPr id="116" name="Figura a mano libera: forma 115">
              <a:extLst>
                <a:ext uri="{FF2B5EF4-FFF2-40B4-BE49-F238E27FC236}">
                  <a16:creationId xmlns:a16="http://schemas.microsoft.com/office/drawing/2014/main" id="{AF8B14EC-5C9C-A2FD-E71B-3FF792220A64}"/>
                </a:ext>
              </a:extLst>
            </p:cNvPr>
            <p:cNvSpPr/>
            <p:nvPr/>
          </p:nvSpPr>
          <p:spPr>
            <a:xfrm rot="19481888">
              <a:off x="8310575" y="6130298"/>
              <a:ext cx="852328" cy="654907"/>
            </a:xfrm>
            <a:custGeom>
              <a:avLst/>
              <a:gdLst>
                <a:gd name="connsiteX0" fmla="*/ 805111 w 852328"/>
                <a:gd name="connsiteY0" fmla="*/ 187675 h 654907"/>
                <a:gd name="connsiteX1" fmla="*/ 852509 w 852328"/>
                <a:gd name="connsiteY1" fmla="*/ 35376 h 654907"/>
                <a:gd name="connsiteX2" fmla="*/ 696922 w 852328"/>
                <a:gd name="connsiteY2" fmla="*/ 272 h 654907"/>
                <a:gd name="connsiteX3" fmla="*/ 727033 w 852328"/>
                <a:gd name="connsiteY3" fmla="*/ 52429 h 654907"/>
                <a:gd name="connsiteX4" fmla="*/ 536718 w 852328"/>
                <a:gd name="connsiteY4" fmla="*/ 162305 h 654907"/>
                <a:gd name="connsiteX5" fmla="*/ 151288 w 852328"/>
                <a:gd name="connsiteY5" fmla="*/ 91376 h 654907"/>
                <a:gd name="connsiteX6" fmla="*/ 40707 w 852328"/>
                <a:gd name="connsiteY6" fmla="*/ 504071 h 654907"/>
                <a:gd name="connsiteX7" fmla="*/ 453402 w 852328"/>
                <a:gd name="connsiteY7" fmla="*/ 614653 h 654907"/>
                <a:gd name="connsiteX8" fmla="*/ 584905 w 852328"/>
                <a:gd name="connsiteY8" fmla="*/ 245966 h 654907"/>
                <a:gd name="connsiteX9" fmla="*/ 775303 w 852328"/>
                <a:gd name="connsiteY9" fmla="*/ 136038 h 654907"/>
                <a:gd name="connsiteX10" fmla="*/ 805111 w 852328"/>
                <a:gd name="connsiteY10" fmla="*/ 187675 h 65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2328" h="654907">
                  <a:moveTo>
                    <a:pt x="805111" y="187675"/>
                  </a:moveTo>
                  <a:lnTo>
                    <a:pt x="852509" y="35376"/>
                  </a:lnTo>
                  <a:lnTo>
                    <a:pt x="696922" y="272"/>
                  </a:lnTo>
                  <a:lnTo>
                    <a:pt x="727033" y="52429"/>
                  </a:lnTo>
                  <a:lnTo>
                    <a:pt x="536718" y="162305"/>
                  </a:lnTo>
                  <a:cubicBezTo>
                    <a:pt x="444783" y="49047"/>
                    <a:pt x="281650" y="16116"/>
                    <a:pt x="151288" y="91376"/>
                  </a:cubicBezTo>
                  <a:cubicBezTo>
                    <a:pt x="6786" y="174801"/>
                    <a:pt x="-42718" y="359569"/>
                    <a:pt x="40707" y="504071"/>
                  </a:cubicBezTo>
                  <a:cubicBezTo>
                    <a:pt x="124132" y="648573"/>
                    <a:pt x="308899" y="698078"/>
                    <a:pt x="453402" y="614653"/>
                  </a:cubicBezTo>
                  <a:cubicBezTo>
                    <a:pt x="583579" y="539494"/>
                    <a:pt x="636659" y="382076"/>
                    <a:pt x="584905" y="245966"/>
                  </a:cubicBezTo>
                  <a:lnTo>
                    <a:pt x="775303" y="136038"/>
                  </a:lnTo>
                  <a:lnTo>
                    <a:pt x="805111" y="187675"/>
                  </a:lnTo>
                  <a:close/>
                </a:path>
              </a:pathLst>
            </a:custGeom>
            <a:solidFill>
              <a:srgbClr val="4E8FF9"/>
            </a:solidFill>
            <a:ln w="838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igura a mano libera: forma 116">
              <a:extLst>
                <a:ext uri="{FF2B5EF4-FFF2-40B4-BE49-F238E27FC236}">
                  <a16:creationId xmlns:a16="http://schemas.microsoft.com/office/drawing/2014/main" id="{D9E37A96-3EF0-38E4-D60D-39A7F07D2637}"/>
                </a:ext>
              </a:extLst>
            </p:cNvPr>
            <p:cNvSpPr/>
            <p:nvPr/>
          </p:nvSpPr>
          <p:spPr>
            <a:xfrm>
              <a:off x="9730988" y="5717518"/>
              <a:ext cx="852329" cy="654907"/>
            </a:xfrm>
            <a:custGeom>
              <a:avLst/>
              <a:gdLst>
                <a:gd name="connsiteX0" fmla="*/ 156030 w 852329"/>
                <a:gd name="connsiteY0" fmla="*/ 272 h 654907"/>
                <a:gd name="connsiteX1" fmla="*/ 442 w 852329"/>
                <a:gd name="connsiteY1" fmla="*/ 35376 h 654907"/>
                <a:gd name="connsiteX2" fmla="*/ 47840 w 852329"/>
                <a:gd name="connsiteY2" fmla="*/ 187675 h 654907"/>
                <a:gd name="connsiteX3" fmla="*/ 77951 w 852329"/>
                <a:gd name="connsiteY3" fmla="*/ 135518 h 654907"/>
                <a:gd name="connsiteX4" fmla="*/ 268265 w 852329"/>
                <a:gd name="connsiteY4" fmla="*/ 245395 h 654907"/>
                <a:gd name="connsiteX5" fmla="*/ 399550 w 852329"/>
                <a:gd name="connsiteY5" fmla="*/ 614653 h 654907"/>
                <a:gd name="connsiteX6" fmla="*/ 812246 w 852329"/>
                <a:gd name="connsiteY6" fmla="*/ 504071 h 654907"/>
                <a:gd name="connsiteX7" fmla="*/ 701664 w 852329"/>
                <a:gd name="connsiteY7" fmla="*/ 91376 h 654907"/>
                <a:gd name="connsiteX8" fmla="*/ 316620 w 852329"/>
                <a:gd name="connsiteY8" fmla="*/ 161836 h 654907"/>
                <a:gd name="connsiteX9" fmla="*/ 126222 w 852329"/>
                <a:gd name="connsiteY9" fmla="*/ 51908 h 654907"/>
                <a:gd name="connsiteX10" fmla="*/ 156030 w 852329"/>
                <a:gd name="connsiteY10" fmla="*/ 272 h 65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2329" h="654907">
                  <a:moveTo>
                    <a:pt x="156030" y="272"/>
                  </a:moveTo>
                  <a:lnTo>
                    <a:pt x="442" y="35376"/>
                  </a:lnTo>
                  <a:lnTo>
                    <a:pt x="47840" y="187675"/>
                  </a:lnTo>
                  <a:lnTo>
                    <a:pt x="77951" y="135518"/>
                  </a:lnTo>
                  <a:lnTo>
                    <a:pt x="268265" y="245395"/>
                  </a:lnTo>
                  <a:cubicBezTo>
                    <a:pt x="216142" y="381640"/>
                    <a:pt x="269189" y="539385"/>
                    <a:pt x="399550" y="614653"/>
                  </a:cubicBezTo>
                  <a:cubicBezTo>
                    <a:pt x="544053" y="698078"/>
                    <a:pt x="728820" y="648573"/>
                    <a:pt x="812246" y="504071"/>
                  </a:cubicBezTo>
                  <a:cubicBezTo>
                    <a:pt x="895671" y="359569"/>
                    <a:pt x="846166" y="174801"/>
                    <a:pt x="701664" y="91376"/>
                  </a:cubicBezTo>
                  <a:cubicBezTo>
                    <a:pt x="571486" y="16217"/>
                    <a:pt x="408622" y="48954"/>
                    <a:pt x="316620" y="161836"/>
                  </a:cubicBezTo>
                  <a:lnTo>
                    <a:pt x="126222" y="51908"/>
                  </a:lnTo>
                  <a:lnTo>
                    <a:pt x="156030" y="272"/>
                  </a:lnTo>
                  <a:close/>
                </a:path>
              </a:pathLst>
            </a:custGeom>
            <a:solidFill>
              <a:srgbClr val="4F84DA"/>
            </a:solidFill>
            <a:ln w="838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igura a mano libera: forma 117">
              <a:extLst>
                <a:ext uri="{FF2B5EF4-FFF2-40B4-BE49-F238E27FC236}">
                  <a16:creationId xmlns:a16="http://schemas.microsoft.com/office/drawing/2014/main" id="{DAE10F7A-B5D6-969E-5A20-1A333ECCEF27}"/>
                </a:ext>
              </a:extLst>
            </p:cNvPr>
            <p:cNvSpPr/>
            <p:nvPr/>
          </p:nvSpPr>
          <p:spPr>
            <a:xfrm>
              <a:off x="9728806" y="4359754"/>
              <a:ext cx="851880" cy="654644"/>
            </a:xfrm>
            <a:custGeom>
              <a:avLst/>
              <a:gdLst>
                <a:gd name="connsiteX0" fmla="*/ 156039 w 851880"/>
                <a:gd name="connsiteY0" fmla="*/ 654755 h 654644"/>
                <a:gd name="connsiteX1" fmla="*/ 442 w 851880"/>
                <a:gd name="connsiteY1" fmla="*/ 619651 h 654644"/>
                <a:gd name="connsiteX2" fmla="*/ 47840 w 851880"/>
                <a:gd name="connsiteY2" fmla="*/ 467353 h 654644"/>
                <a:gd name="connsiteX3" fmla="*/ 77959 w 851880"/>
                <a:gd name="connsiteY3" fmla="*/ 519509 h 654644"/>
                <a:gd name="connsiteX4" fmla="*/ 267812 w 851880"/>
                <a:gd name="connsiteY4" fmla="*/ 409892 h 654644"/>
                <a:gd name="connsiteX5" fmla="*/ 399097 w 851880"/>
                <a:gd name="connsiteY5" fmla="*/ 40634 h 654644"/>
                <a:gd name="connsiteX6" fmla="*/ 811792 w 851880"/>
                <a:gd name="connsiteY6" fmla="*/ 151216 h 654644"/>
                <a:gd name="connsiteX7" fmla="*/ 701210 w 851880"/>
                <a:gd name="connsiteY7" fmla="*/ 563911 h 654644"/>
                <a:gd name="connsiteX8" fmla="*/ 316167 w 851880"/>
                <a:gd name="connsiteY8" fmla="*/ 493452 h 654644"/>
                <a:gd name="connsiteX9" fmla="*/ 126222 w 851880"/>
                <a:gd name="connsiteY9" fmla="*/ 603111 h 654644"/>
                <a:gd name="connsiteX10" fmla="*/ 156039 w 851880"/>
                <a:gd name="connsiteY10" fmla="*/ 654755 h 65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1880" h="654644">
                  <a:moveTo>
                    <a:pt x="156039" y="654755"/>
                  </a:moveTo>
                  <a:lnTo>
                    <a:pt x="442" y="619651"/>
                  </a:lnTo>
                  <a:lnTo>
                    <a:pt x="47840" y="467353"/>
                  </a:lnTo>
                  <a:lnTo>
                    <a:pt x="77959" y="519509"/>
                  </a:lnTo>
                  <a:lnTo>
                    <a:pt x="267812" y="409892"/>
                  </a:lnTo>
                  <a:cubicBezTo>
                    <a:pt x="215689" y="273648"/>
                    <a:pt x="268744" y="115903"/>
                    <a:pt x="399097" y="40634"/>
                  </a:cubicBezTo>
                  <a:cubicBezTo>
                    <a:pt x="543600" y="-42791"/>
                    <a:pt x="728367" y="6722"/>
                    <a:pt x="811792" y="151216"/>
                  </a:cubicBezTo>
                  <a:cubicBezTo>
                    <a:pt x="895226" y="295719"/>
                    <a:pt x="845713" y="480486"/>
                    <a:pt x="701210" y="563911"/>
                  </a:cubicBezTo>
                  <a:cubicBezTo>
                    <a:pt x="571033" y="639070"/>
                    <a:pt x="408169" y="606333"/>
                    <a:pt x="316167" y="493452"/>
                  </a:cubicBezTo>
                  <a:lnTo>
                    <a:pt x="126222" y="603111"/>
                  </a:lnTo>
                  <a:lnTo>
                    <a:pt x="156039" y="654755"/>
                  </a:lnTo>
                  <a:close/>
                </a:path>
              </a:pathLst>
            </a:custGeom>
            <a:solidFill>
              <a:srgbClr val="42649B"/>
            </a:solidFill>
            <a:ln w="8386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igura a mano libera: forma 118">
              <a:extLst>
                <a:ext uri="{FF2B5EF4-FFF2-40B4-BE49-F238E27FC236}">
                  <a16:creationId xmlns:a16="http://schemas.microsoft.com/office/drawing/2014/main" id="{4559CFE8-0727-A990-7386-52BFE9610789}"/>
                </a:ext>
              </a:extLst>
            </p:cNvPr>
            <p:cNvSpPr/>
            <p:nvPr/>
          </p:nvSpPr>
          <p:spPr>
            <a:xfrm>
              <a:off x="8455952" y="4761070"/>
              <a:ext cx="1208453" cy="1208452"/>
            </a:xfrm>
            <a:custGeom>
              <a:avLst/>
              <a:gdLst>
                <a:gd name="connsiteX0" fmla="*/ 290 w 1208453"/>
                <a:gd name="connsiteY0" fmla="*/ 604384 h 1208452"/>
                <a:gd name="connsiteX1" fmla="*/ 604517 w 1208453"/>
                <a:gd name="connsiteY1" fmla="*/ 1208611 h 1208452"/>
                <a:gd name="connsiteX2" fmla="*/ 1208743 w 1208453"/>
                <a:gd name="connsiteY2" fmla="*/ 604384 h 1208452"/>
                <a:gd name="connsiteX3" fmla="*/ 604517 w 1208453"/>
                <a:gd name="connsiteY3" fmla="*/ 158 h 1208452"/>
                <a:gd name="connsiteX4" fmla="*/ 290 w 1208453"/>
                <a:gd name="connsiteY4" fmla="*/ 604384 h 1208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453" h="1208452">
                  <a:moveTo>
                    <a:pt x="290" y="604384"/>
                  </a:moveTo>
                  <a:cubicBezTo>
                    <a:pt x="290" y="938094"/>
                    <a:pt x="270812" y="1208611"/>
                    <a:pt x="604517" y="1208611"/>
                  </a:cubicBezTo>
                  <a:cubicBezTo>
                    <a:pt x="938226" y="1208611"/>
                    <a:pt x="1208743" y="938094"/>
                    <a:pt x="1208743" y="604384"/>
                  </a:cubicBezTo>
                  <a:cubicBezTo>
                    <a:pt x="1208743" y="270679"/>
                    <a:pt x="938226" y="158"/>
                    <a:pt x="604517" y="158"/>
                  </a:cubicBezTo>
                  <a:cubicBezTo>
                    <a:pt x="270812" y="158"/>
                    <a:pt x="290" y="270679"/>
                    <a:pt x="290" y="604384"/>
                  </a:cubicBezTo>
                </a:path>
              </a:pathLst>
            </a:custGeom>
            <a:solidFill>
              <a:schemeClr val="accent1"/>
            </a:solidFill>
            <a:ln w="8386" cap="rnd">
              <a:noFill/>
              <a:prstDash val="solid"/>
              <a:round/>
            </a:ln>
          </p:spPr>
          <p:txBody>
            <a:bodyPr rtlCol="0" anchor="b"/>
            <a:lstStyle/>
            <a:p>
              <a:pPr algn="ctr"/>
              <a:r>
                <a:rPr lang="it-IT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Defense in Depth</a:t>
              </a:r>
              <a:endParaRPr lang="it-IT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CasellaDiTesto 120">
              <a:extLst>
                <a:ext uri="{FF2B5EF4-FFF2-40B4-BE49-F238E27FC236}">
                  <a16:creationId xmlns:a16="http://schemas.microsoft.com/office/drawing/2014/main" id="{F75BCDE8-EAA4-948C-1ED1-9CBE69AFD5B7}"/>
                </a:ext>
              </a:extLst>
            </p:cNvPr>
            <p:cNvSpPr txBox="1"/>
            <p:nvPr/>
          </p:nvSpPr>
          <p:spPr>
            <a:xfrm>
              <a:off x="9415908" y="3823836"/>
              <a:ext cx="154401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Difesa Proattiva</a:t>
              </a:r>
            </a:p>
          </p:txBody>
        </p:sp>
        <p:sp>
          <p:nvSpPr>
            <p:cNvPr id="122" name="CasellaDiTesto 121">
              <a:extLst>
                <a:ext uri="{FF2B5EF4-FFF2-40B4-BE49-F238E27FC236}">
                  <a16:creationId xmlns:a16="http://schemas.microsoft.com/office/drawing/2014/main" id="{5ADB9E80-7B60-4111-6806-C76312D4B923}"/>
                </a:ext>
              </a:extLst>
            </p:cNvPr>
            <p:cNvSpPr txBox="1"/>
            <p:nvPr/>
          </p:nvSpPr>
          <p:spPr>
            <a:xfrm>
              <a:off x="10596794" y="4454345"/>
              <a:ext cx="13740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Firewall a più </a:t>
              </a:r>
            </a:p>
          </p:txBody>
        </p:sp>
        <p:sp>
          <p:nvSpPr>
            <p:cNvPr id="123" name="CasellaDiTesto 122">
              <a:extLst>
                <a:ext uri="{FF2B5EF4-FFF2-40B4-BE49-F238E27FC236}">
                  <a16:creationId xmlns:a16="http://schemas.microsoft.com/office/drawing/2014/main" id="{C1CCDF8C-DD1A-71F9-ABD6-610989997494}"/>
                </a:ext>
              </a:extLst>
            </p:cNvPr>
            <p:cNvSpPr txBox="1"/>
            <p:nvPr/>
          </p:nvSpPr>
          <p:spPr>
            <a:xfrm>
              <a:off x="10596794" y="4655754"/>
              <a:ext cx="60465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it-IT" sz="1500" spc="0" baseline="0">
                  <a:ln/>
                  <a:solidFill>
                    <a:srgbClr val="484848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livelli</a:t>
              </a:r>
            </a:p>
          </p:txBody>
        </p:sp>
        <p:sp>
          <p:nvSpPr>
            <p:cNvPr id="124" name="CasellaDiTesto 123">
              <a:extLst>
                <a:ext uri="{FF2B5EF4-FFF2-40B4-BE49-F238E27FC236}">
                  <a16:creationId xmlns:a16="http://schemas.microsoft.com/office/drawing/2014/main" id="{82FA274C-06FE-7F57-A64D-3607BBAF732A}"/>
                </a:ext>
              </a:extLst>
            </p:cNvPr>
            <p:cNvSpPr txBox="1"/>
            <p:nvPr/>
          </p:nvSpPr>
          <p:spPr>
            <a:xfrm>
              <a:off x="7312743" y="6288036"/>
              <a:ext cx="13050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Crittografia dei dati </a:t>
              </a:r>
            </a:p>
          </p:txBody>
        </p:sp>
        <p:sp>
          <p:nvSpPr>
            <p:cNvPr id="127" name="CasellaDiTesto 126">
              <a:extLst>
                <a:ext uri="{FF2B5EF4-FFF2-40B4-BE49-F238E27FC236}">
                  <a16:creationId xmlns:a16="http://schemas.microsoft.com/office/drawing/2014/main" id="{0942BAD9-BA15-7102-7F3A-A5ECC4CCADB7}"/>
                </a:ext>
              </a:extLst>
            </p:cNvPr>
            <p:cNvSpPr txBox="1"/>
            <p:nvPr/>
          </p:nvSpPr>
          <p:spPr>
            <a:xfrm>
              <a:off x="10152057" y="5251724"/>
              <a:ext cx="152477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Segmentazione</a:t>
              </a:r>
            </a:p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della Rete</a:t>
              </a:r>
            </a:p>
          </p:txBody>
        </p:sp>
        <p:sp>
          <p:nvSpPr>
            <p:cNvPr id="128" name="Figura a mano libera: forma 127">
              <a:extLst>
                <a:ext uri="{FF2B5EF4-FFF2-40B4-BE49-F238E27FC236}">
                  <a16:creationId xmlns:a16="http://schemas.microsoft.com/office/drawing/2014/main" id="{4BB7A308-CD6F-FEC3-4EC3-C076C09D3F01}"/>
                </a:ext>
              </a:extLst>
            </p:cNvPr>
            <p:cNvSpPr/>
            <p:nvPr/>
          </p:nvSpPr>
          <p:spPr>
            <a:xfrm rot="3498282">
              <a:off x="8823391" y="3868007"/>
              <a:ext cx="851883" cy="654636"/>
            </a:xfrm>
            <a:custGeom>
              <a:avLst/>
              <a:gdLst>
                <a:gd name="connsiteX0" fmla="*/ 804666 w 851883"/>
                <a:gd name="connsiteY0" fmla="*/ 467353 h 654636"/>
                <a:gd name="connsiteX1" fmla="*/ 852065 w 851883"/>
                <a:gd name="connsiteY1" fmla="*/ 619651 h 654636"/>
                <a:gd name="connsiteX2" fmla="*/ 696465 w 851883"/>
                <a:gd name="connsiteY2" fmla="*/ 654747 h 654636"/>
                <a:gd name="connsiteX3" fmla="*/ 726575 w 851883"/>
                <a:gd name="connsiteY3" fmla="*/ 602590 h 654636"/>
                <a:gd name="connsiteX4" fmla="*/ 536722 w 851883"/>
                <a:gd name="connsiteY4" fmla="*/ 492982 h 654636"/>
                <a:gd name="connsiteX5" fmla="*/ 151293 w 851883"/>
                <a:gd name="connsiteY5" fmla="*/ 563911 h 654636"/>
                <a:gd name="connsiteX6" fmla="*/ 40711 w 851883"/>
                <a:gd name="connsiteY6" fmla="*/ 151216 h 654636"/>
                <a:gd name="connsiteX7" fmla="*/ 453406 w 851883"/>
                <a:gd name="connsiteY7" fmla="*/ 40634 h 654636"/>
                <a:gd name="connsiteX8" fmla="*/ 584901 w 851883"/>
                <a:gd name="connsiteY8" fmla="*/ 409330 h 654636"/>
                <a:gd name="connsiteX9" fmla="*/ 774850 w 851883"/>
                <a:gd name="connsiteY9" fmla="*/ 518989 h 654636"/>
                <a:gd name="connsiteX10" fmla="*/ 804666 w 851883"/>
                <a:gd name="connsiteY10" fmla="*/ 467353 h 65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1883" h="654636">
                  <a:moveTo>
                    <a:pt x="804666" y="467353"/>
                  </a:moveTo>
                  <a:lnTo>
                    <a:pt x="852065" y="619651"/>
                  </a:lnTo>
                  <a:lnTo>
                    <a:pt x="696465" y="654747"/>
                  </a:lnTo>
                  <a:lnTo>
                    <a:pt x="726575" y="602590"/>
                  </a:lnTo>
                  <a:lnTo>
                    <a:pt x="536722" y="492982"/>
                  </a:lnTo>
                  <a:cubicBezTo>
                    <a:pt x="444787" y="606241"/>
                    <a:pt x="281646" y="639171"/>
                    <a:pt x="151293" y="563911"/>
                  </a:cubicBezTo>
                  <a:cubicBezTo>
                    <a:pt x="6790" y="480486"/>
                    <a:pt x="-42723" y="295719"/>
                    <a:pt x="40711" y="151216"/>
                  </a:cubicBezTo>
                  <a:cubicBezTo>
                    <a:pt x="124136" y="6722"/>
                    <a:pt x="308904" y="-42791"/>
                    <a:pt x="453406" y="40634"/>
                  </a:cubicBezTo>
                  <a:cubicBezTo>
                    <a:pt x="583583" y="115794"/>
                    <a:pt x="636663" y="273211"/>
                    <a:pt x="584901" y="409330"/>
                  </a:cubicBezTo>
                  <a:lnTo>
                    <a:pt x="774850" y="518989"/>
                  </a:lnTo>
                  <a:lnTo>
                    <a:pt x="804666" y="467353"/>
                  </a:lnTo>
                  <a:close/>
                </a:path>
              </a:pathLst>
            </a:custGeom>
            <a:solidFill>
              <a:srgbClr val="C00000"/>
            </a:solidFill>
            <a:ln w="8386" cap="flat">
              <a:solidFill>
                <a:srgbClr val="FFA09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igura a mano libera: forma 129">
              <a:extLst>
                <a:ext uri="{FF2B5EF4-FFF2-40B4-BE49-F238E27FC236}">
                  <a16:creationId xmlns:a16="http://schemas.microsoft.com/office/drawing/2014/main" id="{ACAD144D-8803-9CC0-A40B-C696680EB610}"/>
                </a:ext>
              </a:extLst>
            </p:cNvPr>
            <p:cNvSpPr/>
            <p:nvPr/>
          </p:nvSpPr>
          <p:spPr>
            <a:xfrm>
              <a:off x="9730988" y="5717518"/>
              <a:ext cx="852329" cy="654907"/>
            </a:xfrm>
            <a:custGeom>
              <a:avLst/>
              <a:gdLst>
                <a:gd name="connsiteX0" fmla="*/ 156030 w 852329"/>
                <a:gd name="connsiteY0" fmla="*/ 272 h 654907"/>
                <a:gd name="connsiteX1" fmla="*/ 442 w 852329"/>
                <a:gd name="connsiteY1" fmla="*/ 35376 h 654907"/>
                <a:gd name="connsiteX2" fmla="*/ 47840 w 852329"/>
                <a:gd name="connsiteY2" fmla="*/ 187675 h 654907"/>
                <a:gd name="connsiteX3" fmla="*/ 77951 w 852329"/>
                <a:gd name="connsiteY3" fmla="*/ 135518 h 654907"/>
                <a:gd name="connsiteX4" fmla="*/ 268265 w 852329"/>
                <a:gd name="connsiteY4" fmla="*/ 245395 h 654907"/>
                <a:gd name="connsiteX5" fmla="*/ 399550 w 852329"/>
                <a:gd name="connsiteY5" fmla="*/ 614653 h 654907"/>
                <a:gd name="connsiteX6" fmla="*/ 812246 w 852329"/>
                <a:gd name="connsiteY6" fmla="*/ 504071 h 654907"/>
                <a:gd name="connsiteX7" fmla="*/ 701664 w 852329"/>
                <a:gd name="connsiteY7" fmla="*/ 91376 h 654907"/>
                <a:gd name="connsiteX8" fmla="*/ 316620 w 852329"/>
                <a:gd name="connsiteY8" fmla="*/ 161836 h 654907"/>
                <a:gd name="connsiteX9" fmla="*/ 126222 w 852329"/>
                <a:gd name="connsiteY9" fmla="*/ 51908 h 654907"/>
                <a:gd name="connsiteX10" fmla="*/ 156030 w 852329"/>
                <a:gd name="connsiteY10" fmla="*/ 272 h 65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2329" h="654907">
                  <a:moveTo>
                    <a:pt x="156030" y="272"/>
                  </a:moveTo>
                  <a:lnTo>
                    <a:pt x="442" y="35376"/>
                  </a:lnTo>
                  <a:lnTo>
                    <a:pt x="47840" y="187675"/>
                  </a:lnTo>
                  <a:lnTo>
                    <a:pt x="77951" y="135518"/>
                  </a:lnTo>
                  <a:lnTo>
                    <a:pt x="268265" y="245395"/>
                  </a:lnTo>
                  <a:cubicBezTo>
                    <a:pt x="216142" y="381640"/>
                    <a:pt x="269189" y="539385"/>
                    <a:pt x="399550" y="614653"/>
                  </a:cubicBezTo>
                  <a:cubicBezTo>
                    <a:pt x="544053" y="698078"/>
                    <a:pt x="728820" y="648573"/>
                    <a:pt x="812246" y="504071"/>
                  </a:cubicBezTo>
                  <a:cubicBezTo>
                    <a:pt x="895671" y="359569"/>
                    <a:pt x="846166" y="174801"/>
                    <a:pt x="701664" y="91376"/>
                  </a:cubicBezTo>
                  <a:cubicBezTo>
                    <a:pt x="571486" y="16217"/>
                    <a:pt x="408622" y="48954"/>
                    <a:pt x="316620" y="161836"/>
                  </a:cubicBezTo>
                  <a:lnTo>
                    <a:pt x="126222" y="51908"/>
                  </a:lnTo>
                  <a:lnTo>
                    <a:pt x="156030" y="272"/>
                  </a:lnTo>
                  <a:close/>
                </a:path>
              </a:pathLst>
            </a:custGeom>
            <a:noFill/>
            <a:ln w="8386" cap="flat">
              <a:solidFill>
                <a:srgbClr val="4F84D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Figura a mano libera: forma 130">
              <a:extLst>
                <a:ext uri="{FF2B5EF4-FFF2-40B4-BE49-F238E27FC236}">
                  <a16:creationId xmlns:a16="http://schemas.microsoft.com/office/drawing/2014/main" id="{D7EE8B20-121B-222D-B98B-CC94D7C65E10}"/>
                </a:ext>
              </a:extLst>
            </p:cNvPr>
            <p:cNvSpPr/>
            <p:nvPr/>
          </p:nvSpPr>
          <p:spPr>
            <a:xfrm>
              <a:off x="9728806" y="4359754"/>
              <a:ext cx="851880" cy="654644"/>
            </a:xfrm>
            <a:custGeom>
              <a:avLst/>
              <a:gdLst>
                <a:gd name="connsiteX0" fmla="*/ 156039 w 851880"/>
                <a:gd name="connsiteY0" fmla="*/ 654755 h 654644"/>
                <a:gd name="connsiteX1" fmla="*/ 442 w 851880"/>
                <a:gd name="connsiteY1" fmla="*/ 619651 h 654644"/>
                <a:gd name="connsiteX2" fmla="*/ 47840 w 851880"/>
                <a:gd name="connsiteY2" fmla="*/ 467353 h 654644"/>
                <a:gd name="connsiteX3" fmla="*/ 77959 w 851880"/>
                <a:gd name="connsiteY3" fmla="*/ 519509 h 654644"/>
                <a:gd name="connsiteX4" fmla="*/ 267812 w 851880"/>
                <a:gd name="connsiteY4" fmla="*/ 409892 h 654644"/>
                <a:gd name="connsiteX5" fmla="*/ 399097 w 851880"/>
                <a:gd name="connsiteY5" fmla="*/ 40634 h 654644"/>
                <a:gd name="connsiteX6" fmla="*/ 811792 w 851880"/>
                <a:gd name="connsiteY6" fmla="*/ 151216 h 654644"/>
                <a:gd name="connsiteX7" fmla="*/ 701210 w 851880"/>
                <a:gd name="connsiteY7" fmla="*/ 563911 h 654644"/>
                <a:gd name="connsiteX8" fmla="*/ 316167 w 851880"/>
                <a:gd name="connsiteY8" fmla="*/ 493452 h 654644"/>
                <a:gd name="connsiteX9" fmla="*/ 126222 w 851880"/>
                <a:gd name="connsiteY9" fmla="*/ 603111 h 654644"/>
                <a:gd name="connsiteX10" fmla="*/ 156039 w 851880"/>
                <a:gd name="connsiteY10" fmla="*/ 654755 h 65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1880" h="654644">
                  <a:moveTo>
                    <a:pt x="156039" y="654755"/>
                  </a:moveTo>
                  <a:lnTo>
                    <a:pt x="442" y="619651"/>
                  </a:lnTo>
                  <a:lnTo>
                    <a:pt x="47840" y="467353"/>
                  </a:lnTo>
                  <a:lnTo>
                    <a:pt x="77959" y="519509"/>
                  </a:lnTo>
                  <a:lnTo>
                    <a:pt x="267812" y="409892"/>
                  </a:lnTo>
                  <a:cubicBezTo>
                    <a:pt x="215689" y="273648"/>
                    <a:pt x="268744" y="115903"/>
                    <a:pt x="399097" y="40634"/>
                  </a:cubicBezTo>
                  <a:cubicBezTo>
                    <a:pt x="543600" y="-42791"/>
                    <a:pt x="728367" y="6722"/>
                    <a:pt x="811792" y="151216"/>
                  </a:cubicBezTo>
                  <a:cubicBezTo>
                    <a:pt x="895226" y="295719"/>
                    <a:pt x="845713" y="480486"/>
                    <a:pt x="701210" y="563911"/>
                  </a:cubicBezTo>
                  <a:cubicBezTo>
                    <a:pt x="571033" y="639070"/>
                    <a:pt x="408169" y="606333"/>
                    <a:pt x="316167" y="493452"/>
                  </a:cubicBezTo>
                  <a:lnTo>
                    <a:pt x="126222" y="603111"/>
                  </a:lnTo>
                  <a:lnTo>
                    <a:pt x="156039" y="654755"/>
                  </a:lnTo>
                  <a:close/>
                </a:path>
              </a:pathLst>
            </a:custGeom>
            <a:noFill/>
            <a:ln w="8386" cap="flat">
              <a:solidFill>
                <a:srgbClr val="42649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igura a mano libera: forma 131">
              <a:extLst>
                <a:ext uri="{FF2B5EF4-FFF2-40B4-BE49-F238E27FC236}">
                  <a16:creationId xmlns:a16="http://schemas.microsoft.com/office/drawing/2014/main" id="{ECA7BD30-5EEB-FE1C-D13B-1975AD88680E}"/>
                </a:ext>
              </a:extLst>
            </p:cNvPr>
            <p:cNvSpPr/>
            <p:nvPr/>
          </p:nvSpPr>
          <p:spPr>
            <a:xfrm>
              <a:off x="8455952" y="4761070"/>
              <a:ext cx="1208453" cy="1208452"/>
            </a:xfrm>
            <a:custGeom>
              <a:avLst/>
              <a:gdLst>
                <a:gd name="connsiteX0" fmla="*/ 290 w 1208453"/>
                <a:gd name="connsiteY0" fmla="*/ 604384 h 1208452"/>
                <a:gd name="connsiteX1" fmla="*/ 604517 w 1208453"/>
                <a:gd name="connsiteY1" fmla="*/ 1208611 h 1208452"/>
                <a:gd name="connsiteX2" fmla="*/ 1208743 w 1208453"/>
                <a:gd name="connsiteY2" fmla="*/ 604384 h 1208452"/>
                <a:gd name="connsiteX3" fmla="*/ 604517 w 1208453"/>
                <a:gd name="connsiteY3" fmla="*/ 158 h 1208452"/>
                <a:gd name="connsiteX4" fmla="*/ 290 w 1208453"/>
                <a:gd name="connsiteY4" fmla="*/ 604384 h 1208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453" h="1208452">
                  <a:moveTo>
                    <a:pt x="290" y="604384"/>
                  </a:moveTo>
                  <a:cubicBezTo>
                    <a:pt x="290" y="938094"/>
                    <a:pt x="270812" y="1208611"/>
                    <a:pt x="604517" y="1208611"/>
                  </a:cubicBezTo>
                  <a:cubicBezTo>
                    <a:pt x="938226" y="1208611"/>
                    <a:pt x="1208743" y="938094"/>
                    <a:pt x="1208743" y="604384"/>
                  </a:cubicBezTo>
                  <a:cubicBezTo>
                    <a:pt x="1208743" y="270679"/>
                    <a:pt x="938226" y="158"/>
                    <a:pt x="604517" y="158"/>
                  </a:cubicBezTo>
                  <a:cubicBezTo>
                    <a:pt x="270812" y="158"/>
                    <a:pt x="290" y="270679"/>
                    <a:pt x="290" y="604384"/>
                  </a:cubicBezTo>
                </a:path>
              </a:pathLst>
            </a:custGeom>
            <a:noFill/>
            <a:ln w="8386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Figura a mano libera: forma 132">
              <a:extLst>
                <a:ext uri="{FF2B5EF4-FFF2-40B4-BE49-F238E27FC236}">
                  <a16:creationId xmlns:a16="http://schemas.microsoft.com/office/drawing/2014/main" id="{C988FC2B-6238-E3B5-03BD-60E5438CD9D8}"/>
                </a:ext>
              </a:extLst>
            </p:cNvPr>
            <p:cNvSpPr/>
            <p:nvPr/>
          </p:nvSpPr>
          <p:spPr>
            <a:xfrm>
              <a:off x="8995009" y="3843433"/>
              <a:ext cx="360857" cy="386033"/>
            </a:xfrm>
            <a:custGeom>
              <a:avLst/>
              <a:gdLst>
                <a:gd name="connsiteX0" fmla="*/ 176425 w 360857"/>
                <a:gd name="connsiteY0" fmla="*/ 159571 h 386033"/>
                <a:gd name="connsiteX1" fmla="*/ 92504 w 360857"/>
                <a:gd name="connsiteY1" fmla="*/ 243491 h 386033"/>
                <a:gd name="connsiteX2" fmla="*/ 92504 w 360857"/>
                <a:gd name="connsiteY2" fmla="*/ 277059 h 386033"/>
                <a:gd name="connsiteX3" fmla="*/ 109288 w 360857"/>
                <a:gd name="connsiteY3" fmla="*/ 293843 h 386033"/>
                <a:gd name="connsiteX4" fmla="*/ 134465 w 360857"/>
                <a:gd name="connsiteY4" fmla="*/ 293843 h 386033"/>
                <a:gd name="connsiteX5" fmla="*/ 141464 w 360857"/>
                <a:gd name="connsiteY5" fmla="*/ 370899 h 386033"/>
                <a:gd name="connsiteX6" fmla="*/ 158248 w 360857"/>
                <a:gd name="connsiteY6" fmla="*/ 386156 h 386033"/>
                <a:gd name="connsiteX7" fmla="*/ 176425 w 360857"/>
                <a:gd name="connsiteY7" fmla="*/ 386156 h 386033"/>
                <a:gd name="connsiteX8" fmla="*/ 243561 w 360857"/>
                <a:gd name="connsiteY8" fmla="*/ 134395 h 386033"/>
                <a:gd name="connsiteX9" fmla="*/ 327481 w 360857"/>
                <a:gd name="connsiteY9" fmla="*/ 134395 h 386033"/>
                <a:gd name="connsiteX10" fmla="*/ 361050 w 360857"/>
                <a:gd name="connsiteY10" fmla="*/ 167963 h 386033"/>
                <a:gd name="connsiteX11" fmla="*/ 361050 w 360857"/>
                <a:gd name="connsiteY11" fmla="*/ 335803 h 386033"/>
                <a:gd name="connsiteX12" fmla="*/ 327481 w 360857"/>
                <a:gd name="connsiteY12" fmla="*/ 369372 h 386033"/>
                <a:gd name="connsiteX13" fmla="*/ 243561 w 360857"/>
                <a:gd name="connsiteY13" fmla="*/ 369372 h 386033"/>
                <a:gd name="connsiteX14" fmla="*/ 209993 w 360857"/>
                <a:gd name="connsiteY14" fmla="*/ 335803 h 386033"/>
                <a:gd name="connsiteX15" fmla="*/ 209993 w 360857"/>
                <a:gd name="connsiteY15" fmla="*/ 167963 h 386033"/>
                <a:gd name="connsiteX16" fmla="*/ 243561 w 360857"/>
                <a:gd name="connsiteY16" fmla="*/ 134395 h 386033"/>
                <a:gd name="connsiteX17" fmla="*/ 209993 w 360857"/>
                <a:gd name="connsiteY17" fmla="*/ 184747 h 386033"/>
                <a:gd name="connsiteX18" fmla="*/ 361050 w 360857"/>
                <a:gd name="connsiteY18" fmla="*/ 184747 h 386033"/>
                <a:gd name="connsiteX19" fmla="*/ 361050 w 360857"/>
                <a:gd name="connsiteY19" fmla="*/ 235099 h 386033"/>
                <a:gd name="connsiteX20" fmla="*/ 209993 w 360857"/>
                <a:gd name="connsiteY20" fmla="*/ 235099 h 386033"/>
                <a:gd name="connsiteX21" fmla="*/ 184817 w 360857"/>
                <a:gd name="connsiteY21" fmla="*/ 126003 h 386033"/>
                <a:gd name="connsiteX22" fmla="*/ 142857 w 360857"/>
                <a:gd name="connsiteY22" fmla="*/ 126003 h 386033"/>
                <a:gd name="connsiteX23" fmla="*/ 126073 w 360857"/>
                <a:gd name="connsiteY23" fmla="*/ 109218 h 386033"/>
                <a:gd name="connsiteX24" fmla="*/ 126073 w 360857"/>
                <a:gd name="connsiteY24" fmla="*/ 50474 h 386033"/>
                <a:gd name="connsiteX25" fmla="*/ 243561 w 360857"/>
                <a:gd name="connsiteY25" fmla="*/ 50474 h 386033"/>
                <a:gd name="connsiteX26" fmla="*/ 243561 w 360857"/>
                <a:gd name="connsiteY26" fmla="*/ 92434 h 386033"/>
                <a:gd name="connsiteX27" fmla="*/ 134465 w 360857"/>
                <a:gd name="connsiteY27" fmla="*/ 50474 h 386033"/>
                <a:gd name="connsiteX28" fmla="*/ 184817 w 360857"/>
                <a:gd name="connsiteY28" fmla="*/ 122 h 386033"/>
                <a:gd name="connsiteX29" fmla="*/ 235169 w 360857"/>
                <a:gd name="connsiteY29" fmla="*/ 50474 h 386033"/>
                <a:gd name="connsiteX30" fmla="*/ 92504 w 360857"/>
                <a:gd name="connsiteY30" fmla="*/ 268667 h 386033"/>
                <a:gd name="connsiteX31" fmla="*/ 192 w 360857"/>
                <a:gd name="connsiteY31" fmla="*/ 176355 h 386033"/>
                <a:gd name="connsiteX32" fmla="*/ 73757 w 360857"/>
                <a:gd name="connsiteY32" fmla="*/ 249919 h 386033"/>
                <a:gd name="connsiteX33" fmla="*/ 48580 w 360857"/>
                <a:gd name="connsiteY33" fmla="*/ 275095 h 386033"/>
                <a:gd name="connsiteX34" fmla="*/ 134465 w 360857"/>
                <a:gd name="connsiteY34" fmla="*/ 293843 h 386033"/>
                <a:gd name="connsiteX35" fmla="*/ 134465 w 360857"/>
                <a:gd name="connsiteY35" fmla="*/ 235099 h 38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60857" h="386033">
                  <a:moveTo>
                    <a:pt x="176425" y="159571"/>
                  </a:moveTo>
                  <a:cubicBezTo>
                    <a:pt x="130077" y="159571"/>
                    <a:pt x="92504" y="197143"/>
                    <a:pt x="92504" y="243491"/>
                  </a:cubicBezTo>
                  <a:lnTo>
                    <a:pt x="92504" y="277059"/>
                  </a:lnTo>
                  <a:cubicBezTo>
                    <a:pt x="92504" y="286329"/>
                    <a:pt x="100019" y="293843"/>
                    <a:pt x="109288" y="293843"/>
                  </a:cubicBezTo>
                  <a:lnTo>
                    <a:pt x="134465" y="293843"/>
                  </a:lnTo>
                  <a:lnTo>
                    <a:pt x="141464" y="370899"/>
                  </a:lnTo>
                  <a:cubicBezTo>
                    <a:pt x="142256" y="379567"/>
                    <a:pt x="149543" y="386192"/>
                    <a:pt x="158248" y="386156"/>
                  </a:cubicBezTo>
                  <a:lnTo>
                    <a:pt x="176425" y="386156"/>
                  </a:lnTo>
                  <a:moveTo>
                    <a:pt x="243561" y="134395"/>
                  </a:moveTo>
                  <a:lnTo>
                    <a:pt x="327481" y="134395"/>
                  </a:lnTo>
                  <a:cubicBezTo>
                    <a:pt x="327481" y="134395"/>
                    <a:pt x="361050" y="134395"/>
                    <a:pt x="361050" y="167963"/>
                  </a:cubicBezTo>
                  <a:lnTo>
                    <a:pt x="361050" y="335803"/>
                  </a:lnTo>
                  <a:cubicBezTo>
                    <a:pt x="361050" y="335803"/>
                    <a:pt x="361050" y="369372"/>
                    <a:pt x="327481" y="369372"/>
                  </a:cubicBezTo>
                  <a:lnTo>
                    <a:pt x="243561" y="369372"/>
                  </a:lnTo>
                  <a:cubicBezTo>
                    <a:pt x="243561" y="369372"/>
                    <a:pt x="209993" y="369372"/>
                    <a:pt x="209993" y="335803"/>
                  </a:cubicBezTo>
                  <a:lnTo>
                    <a:pt x="209993" y="167963"/>
                  </a:lnTo>
                  <a:cubicBezTo>
                    <a:pt x="209993" y="167963"/>
                    <a:pt x="209993" y="134395"/>
                    <a:pt x="243561" y="134395"/>
                  </a:cubicBezTo>
                  <a:moveTo>
                    <a:pt x="209993" y="184747"/>
                  </a:moveTo>
                  <a:lnTo>
                    <a:pt x="361050" y="184747"/>
                  </a:lnTo>
                  <a:lnTo>
                    <a:pt x="361050" y="235099"/>
                  </a:lnTo>
                  <a:lnTo>
                    <a:pt x="209993" y="235099"/>
                  </a:lnTo>
                  <a:close/>
                  <a:moveTo>
                    <a:pt x="184817" y="126003"/>
                  </a:moveTo>
                  <a:lnTo>
                    <a:pt x="142857" y="126003"/>
                  </a:lnTo>
                  <a:cubicBezTo>
                    <a:pt x="133587" y="126003"/>
                    <a:pt x="126073" y="118488"/>
                    <a:pt x="126073" y="109218"/>
                  </a:cubicBezTo>
                  <a:lnTo>
                    <a:pt x="126073" y="50474"/>
                  </a:lnTo>
                  <a:lnTo>
                    <a:pt x="243561" y="50474"/>
                  </a:lnTo>
                  <a:lnTo>
                    <a:pt x="243561" y="92434"/>
                  </a:lnTo>
                  <a:moveTo>
                    <a:pt x="134465" y="50474"/>
                  </a:moveTo>
                  <a:cubicBezTo>
                    <a:pt x="134465" y="22666"/>
                    <a:pt x="157008" y="122"/>
                    <a:pt x="184817" y="122"/>
                  </a:cubicBezTo>
                  <a:cubicBezTo>
                    <a:pt x="212626" y="122"/>
                    <a:pt x="235169" y="22666"/>
                    <a:pt x="235169" y="50474"/>
                  </a:cubicBezTo>
                  <a:moveTo>
                    <a:pt x="92504" y="268667"/>
                  </a:moveTo>
                  <a:lnTo>
                    <a:pt x="192" y="176355"/>
                  </a:lnTo>
                  <a:moveTo>
                    <a:pt x="73757" y="249919"/>
                  </a:moveTo>
                  <a:lnTo>
                    <a:pt x="48580" y="275095"/>
                  </a:lnTo>
                  <a:moveTo>
                    <a:pt x="134465" y="293843"/>
                  </a:moveTo>
                  <a:lnTo>
                    <a:pt x="134465" y="235099"/>
                  </a:lnTo>
                </a:path>
              </a:pathLst>
            </a:custGeom>
            <a:noFill/>
            <a:ln w="8386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Figura a mano libera: forma 133">
              <a:extLst>
                <a:ext uri="{FF2B5EF4-FFF2-40B4-BE49-F238E27FC236}">
                  <a16:creationId xmlns:a16="http://schemas.microsoft.com/office/drawing/2014/main" id="{AE66DFDC-2337-B540-7F7D-D89022ACFBE8}"/>
                </a:ext>
              </a:extLst>
            </p:cNvPr>
            <p:cNvSpPr/>
            <p:nvPr/>
          </p:nvSpPr>
          <p:spPr>
            <a:xfrm>
              <a:off x="10092399" y="4467976"/>
              <a:ext cx="386033" cy="384767"/>
            </a:xfrm>
            <a:custGeom>
              <a:avLst/>
              <a:gdLst>
                <a:gd name="connsiteX0" fmla="*/ 17268 w 386033"/>
                <a:gd name="connsiteY0" fmla="*/ 217049 h 384767"/>
                <a:gd name="connsiteX1" fmla="*/ 369734 w 386033"/>
                <a:gd name="connsiteY1" fmla="*/ 217049 h 384767"/>
                <a:gd name="connsiteX2" fmla="*/ 386518 w 386033"/>
                <a:gd name="connsiteY2" fmla="*/ 233833 h 384767"/>
                <a:gd name="connsiteX3" fmla="*/ 386518 w 386033"/>
                <a:gd name="connsiteY3" fmla="*/ 368106 h 384767"/>
                <a:gd name="connsiteX4" fmla="*/ 369734 w 386033"/>
                <a:gd name="connsiteY4" fmla="*/ 384890 h 384767"/>
                <a:gd name="connsiteX5" fmla="*/ 17268 w 386033"/>
                <a:gd name="connsiteY5" fmla="*/ 384890 h 384767"/>
                <a:gd name="connsiteX6" fmla="*/ 484 w 386033"/>
                <a:gd name="connsiteY6" fmla="*/ 368106 h 384767"/>
                <a:gd name="connsiteX7" fmla="*/ 484 w 386033"/>
                <a:gd name="connsiteY7" fmla="*/ 233833 h 384767"/>
                <a:gd name="connsiteX8" fmla="*/ 17268 w 386033"/>
                <a:gd name="connsiteY8" fmla="*/ 217049 h 384767"/>
                <a:gd name="connsiteX9" fmla="*/ 129050 w 386033"/>
                <a:gd name="connsiteY9" fmla="*/ 183649 h 384767"/>
                <a:gd name="connsiteX10" fmla="*/ 174367 w 386033"/>
                <a:gd name="connsiteY10" fmla="*/ 117520 h 384767"/>
                <a:gd name="connsiteX11" fmla="*/ 183766 w 386033"/>
                <a:gd name="connsiteY11" fmla="*/ 117520 h 384767"/>
                <a:gd name="connsiteX12" fmla="*/ 186619 w 386033"/>
                <a:gd name="connsiteY12" fmla="*/ 126583 h 384767"/>
                <a:gd name="connsiteX13" fmla="*/ 191990 w 386033"/>
                <a:gd name="connsiteY13" fmla="*/ 176935 h 384767"/>
                <a:gd name="connsiteX14" fmla="*/ 212635 w 386033"/>
                <a:gd name="connsiteY14" fmla="*/ 166194 h 384767"/>
                <a:gd name="connsiteX15" fmla="*/ 218509 w 386033"/>
                <a:gd name="connsiteY15" fmla="*/ 162165 h 384767"/>
                <a:gd name="connsiteX16" fmla="*/ 225391 w 386033"/>
                <a:gd name="connsiteY16" fmla="*/ 164347 h 384767"/>
                <a:gd name="connsiteX17" fmla="*/ 237475 w 386033"/>
                <a:gd name="connsiteY17" fmla="*/ 182474 h 384767"/>
                <a:gd name="connsiteX18" fmla="*/ 303437 w 386033"/>
                <a:gd name="connsiteY18" fmla="*/ 183481 h 384767"/>
                <a:gd name="connsiteX19" fmla="*/ 287995 w 386033"/>
                <a:gd name="connsiteY19" fmla="*/ 70524 h 384767"/>
                <a:gd name="connsiteX20" fmla="*/ 283631 w 386033"/>
                <a:gd name="connsiteY20" fmla="*/ 70524 h 384767"/>
                <a:gd name="connsiteX21" fmla="*/ 252077 w 386033"/>
                <a:gd name="connsiteY21" fmla="*/ 109799 h 384767"/>
                <a:gd name="connsiteX22" fmla="*/ 252077 w 386033"/>
                <a:gd name="connsiteY22" fmla="*/ 11109 h 384767"/>
                <a:gd name="connsiteX23" fmla="*/ 250567 w 386033"/>
                <a:gd name="connsiteY23" fmla="*/ 3220 h 384767"/>
                <a:gd name="connsiteX24" fmla="*/ 243014 w 386033"/>
                <a:gd name="connsiteY24" fmla="*/ 199 h 384767"/>
                <a:gd name="connsiteX25" fmla="*/ 124015 w 386033"/>
                <a:gd name="connsiteY25" fmla="*/ 82273 h 384767"/>
                <a:gd name="connsiteX26" fmla="*/ 101860 w 386033"/>
                <a:gd name="connsiteY26" fmla="*/ 60454 h 384767"/>
                <a:gd name="connsiteX27" fmla="*/ 95482 w 386033"/>
                <a:gd name="connsiteY27" fmla="*/ 58272 h 384767"/>
                <a:gd name="connsiteX28" fmla="*/ 89607 w 386033"/>
                <a:gd name="connsiteY28" fmla="*/ 61293 h 384767"/>
                <a:gd name="connsiteX29" fmla="*/ 66781 w 386033"/>
                <a:gd name="connsiteY29" fmla="*/ 183649 h 384767"/>
                <a:gd name="connsiteX30" fmla="*/ 484 w 386033"/>
                <a:gd name="connsiteY30" fmla="*/ 267401 h 384767"/>
                <a:gd name="connsiteX31" fmla="*/ 386518 w 386033"/>
                <a:gd name="connsiteY31" fmla="*/ 267401 h 384767"/>
                <a:gd name="connsiteX32" fmla="*/ 484 w 386033"/>
                <a:gd name="connsiteY32" fmla="*/ 326146 h 384767"/>
                <a:gd name="connsiteX33" fmla="*/ 386518 w 386033"/>
                <a:gd name="connsiteY33" fmla="*/ 326146 h 384767"/>
                <a:gd name="connsiteX34" fmla="*/ 101188 w 386033"/>
                <a:gd name="connsiteY34" fmla="*/ 217049 h 384767"/>
                <a:gd name="connsiteX35" fmla="*/ 101188 w 386033"/>
                <a:gd name="connsiteY35" fmla="*/ 267401 h 384767"/>
                <a:gd name="connsiteX36" fmla="*/ 193501 w 386033"/>
                <a:gd name="connsiteY36" fmla="*/ 267401 h 384767"/>
                <a:gd name="connsiteX37" fmla="*/ 193501 w 386033"/>
                <a:gd name="connsiteY37" fmla="*/ 326146 h 384767"/>
                <a:gd name="connsiteX38" fmla="*/ 285813 w 386033"/>
                <a:gd name="connsiteY38" fmla="*/ 217049 h 384767"/>
                <a:gd name="connsiteX39" fmla="*/ 285813 w 386033"/>
                <a:gd name="connsiteY39" fmla="*/ 267401 h 384767"/>
                <a:gd name="connsiteX40" fmla="*/ 101188 w 386033"/>
                <a:gd name="connsiteY40" fmla="*/ 326146 h 384767"/>
                <a:gd name="connsiteX41" fmla="*/ 101188 w 386033"/>
                <a:gd name="connsiteY41" fmla="*/ 384890 h 384767"/>
                <a:gd name="connsiteX42" fmla="*/ 285813 w 386033"/>
                <a:gd name="connsiteY42" fmla="*/ 326146 h 384767"/>
                <a:gd name="connsiteX43" fmla="*/ 285813 w 386033"/>
                <a:gd name="connsiteY43" fmla="*/ 384890 h 384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86033" h="384767">
                  <a:moveTo>
                    <a:pt x="17268" y="217049"/>
                  </a:moveTo>
                  <a:lnTo>
                    <a:pt x="369734" y="217049"/>
                  </a:lnTo>
                  <a:cubicBezTo>
                    <a:pt x="369734" y="217049"/>
                    <a:pt x="386518" y="217049"/>
                    <a:pt x="386518" y="233833"/>
                  </a:cubicBezTo>
                  <a:lnTo>
                    <a:pt x="386518" y="368106"/>
                  </a:lnTo>
                  <a:cubicBezTo>
                    <a:pt x="386518" y="368106"/>
                    <a:pt x="386518" y="384890"/>
                    <a:pt x="369734" y="384890"/>
                  </a:cubicBezTo>
                  <a:lnTo>
                    <a:pt x="17268" y="384890"/>
                  </a:lnTo>
                  <a:cubicBezTo>
                    <a:pt x="17268" y="384890"/>
                    <a:pt x="484" y="384890"/>
                    <a:pt x="484" y="368106"/>
                  </a:cubicBezTo>
                  <a:lnTo>
                    <a:pt x="484" y="233833"/>
                  </a:lnTo>
                  <a:cubicBezTo>
                    <a:pt x="484" y="233833"/>
                    <a:pt x="484" y="217049"/>
                    <a:pt x="17268" y="217049"/>
                  </a:cubicBezTo>
                  <a:moveTo>
                    <a:pt x="129050" y="183649"/>
                  </a:moveTo>
                  <a:cubicBezTo>
                    <a:pt x="132855" y="155683"/>
                    <a:pt x="149659" y="131162"/>
                    <a:pt x="174367" y="117520"/>
                  </a:cubicBezTo>
                  <a:cubicBezTo>
                    <a:pt x="177175" y="115503"/>
                    <a:pt x="180957" y="115503"/>
                    <a:pt x="183766" y="117520"/>
                  </a:cubicBezTo>
                  <a:cubicBezTo>
                    <a:pt x="186461" y="119687"/>
                    <a:pt x="187586" y="123263"/>
                    <a:pt x="186619" y="126583"/>
                  </a:cubicBezTo>
                  <a:cubicBezTo>
                    <a:pt x="181602" y="143410"/>
                    <a:pt x="183536" y="161546"/>
                    <a:pt x="191990" y="176935"/>
                  </a:cubicBezTo>
                  <a:cubicBezTo>
                    <a:pt x="200418" y="177896"/>
                    <a:pt x="208585" y="173647"/>
                    <a:pt x="212635" y="166194"/>
                  </a:cubicBezTo>
                  <a:cubicBezTo>
                    <a:pt x="213898" y="164045"/>
                    <a:pt x="216050" y="162569"/>
                    <a:pt x="218509" y="162165"/>
                  </a:cubicBezTo>
                  <a:cubicBezTo>
                    <a:pt x="221012" y="161842"/>
                    <a:pt x="223531" y="162641"/>
                    <a:pt x="225391" y="164347"/>
                  </a:cubicBezTo>
                  <a:cubicBezTo>
                    <a:pt x="230849" y="169304"/>
                    <a:pt x="234999" y="175530"/>
                    <a:pt x="237475" y="182474"/>
                  </a:cubicBezTo>
                  <a:moveTo>
                    <a:pt x="303437" y="183481"/>
                  </a:moveTo>
                  <a:cubicBezTo>
                    <a:pt x="316752" y="145537"/>
                    <a:pt x="311006" y="103503"/>
                    <a:pt x="287995" y="70524"/>
                  </a:cubicBezTo>
                  <a:lnTo>
                    <a:pt x="283631" y="70524"/>
                  </a:lnTo>
                  <a:lnTo>
                    <a:pt x="252077" y="109799"/>
                  </a:lnTo>
                  <a:cubicBezTo>
                    <a:pt x="241754" y="77712"/>
                    <a:pt x="241754" y="43196"/>
                    <a:pt x="252077" y="11109"/>
                  </a:cubicBezTo>
                  <a:cubicBezTo>
                    <a:pt x="252947" y="8393"/>
                    <a:pt x="252378" y="5422"/>
                    <a:pt x="250567" y="3220"/>
                  </a:cubicBezTo>
                  <a:cubicBezTo>
                    <a:pt x="248758" y="951"/>
                    <a:pt x="245888" y="-197"/>
                    <a:pt x="243014" y="199"/>
                  </a:cubicBezTo>
                  <a:cubicBezTo>
                    <a:pt x="192532" y="7024"/>
                    <a:pt x="148331" y="37510"/>
                    <a:pt x="124015" y="82273"/>
                  </a:cubicBezTo>
                  <a:lnTo>
                    <a:pt x="101860" y="60454"/>
                  </a:lnTo>
                  <a:cubicBezTo>
                    <a:pt x="100144" y="58849"/>
                    <a:pt x="97822" y="58055"/>
                    <a:pt x="95482" y="58272"/>
                  </a:cubicBezTo>
                  <a:cubicBezTo>
                    <a:pt x="93193" y="58434"/>
                    <a:pt x="91070" y="59525"/>
                    <a:pt x="89607" y="61293"/>
                  </a:cubicBezTo>
                  <a:cubicBezTo>
                    <a:pt x="60734" y="95095"/>
                    <a:pt x="52037" y="141711"/>
                    <a:pt x="66781" y="183649"/>
                  </a:cubicBezTo>
                  <a:moveTo>
                    <a:pt x="484" y="267401"/>
                  </a:moveTo>
                  <a:lnTo>
                    <a:pt x="386518" y="267401"/>
                  </a:lnTo>
                  <a:moveTo>
                    <a:pt x="484" y="326146"/>
                  </a:moveTo>
                  <a:lnTo>
                    <a:pt x="386518" y="326146"/>
                  </a:lnTo>
                  <a:moveTo>
                    <a:pt x="101188" y="217049"/>
                  </a:moveTo>
                  <a:lnTo>
                    <a:pt x="101188" y="267401"/>
                  </a:lnTo>
                  <a:moveTo>
                    <a:pt x="193501" y="267401"/>
                  </a:moveTo>
                  <a:lnTo>
                    <a:pt x="193501" y="326146"/>
                  </a:lnTo>
                  <a:moveTo>
                    <a:pt x="285813" y="217049"/>
                  </a:moveTo>
                  <a:lnTo>
                    <a:pt x="285813" y="267401"/>
                  </a:lnTo>
                  <a:moveTo>
                    <a:pt x="101188" y="326146"/>
                  </a:moveTo>
                  <a:lnTo>
                    <a:pt x="101188" y="384890"/>
                  </a:lnTo>
                  <a:moveTo>
                    <a:pt x="285813" y="326146"/>
                  </a:moveTo>
                  <a:lnTo>
                    <a:pt x="285813" y="384890"/>
                  </a:lnTo>
                </a:path>
              </a:pathLst>
            </a:custGeom>
            <a:noFill/>
            <a:ln w="8386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Figura a mano libera: forma 134">
              <a:extLst>
                <a:ext uri="{FF2B5EF4-FFF2-40B4-BE49-F238E27FC236}">
                  <a16:creationId xmlns:a16="http://schemas.microsoft.com/office/drawing/2014/main" id="{4F7899A9-A067-7DC5-9301-79AAADF6273B}"/>
                </a:ext>
              </a:extLst>
            </p:cNvPr>
            <p:cNvSpPr/>
            <p:nvPr/>
          </p:nvSpPr>
          <p:spPr>
            <a:xfrm>
              <a:off x="8780749" y="4962000"/>
              <a:ext cx="558879" cy="520848"/>
            </a:xfrm>
            <a:custGeom>
              <a:avLst/>
              <a:gdLst>
                <a:gd name="connsiteX0" fmla="*/ 284703 w 558879"/>
                <a:gd name="connsiteY0" fmla="*/ 354223 h 520848"/>
                <a:gd name="connsiteX1" fmla="*/ 274836 w 558879"/>
                <a:gd name="connsiteY1" fmla="*/ 354223 h 520848"/>
                <a:gd name="connsiteX2" fmla="*/ 190754 w 558879"/>
                <a:gd name="connsiteY2" fmla="*/ 231754 h 520848"/>
                <a:gd name="connsiteX3" fmla="*/ 190754 w 558879"/>
                <a:gd name="connsiteY3" fmla="*/ 191769 h 520848"/>
                <a:gd name="connsiteX4" fmla="*/ 204456 w 558879"/>
                <a:gd name="connsiteY4" fmla="*/ 178068 h 520848"/>
                <a:gd name="connsiteX5" fmla="*/ 355085 w 558879"/>
                <a:gd name="connsiteY5" fmla="*/ 178068 h 520848"/>
                <a:gd name="connsiteX6" fmla="*/ 368786 w 558879"/>
                <a:gd name="connsiteY6" fmla="*/ 191769 h 520848"/>
                <a:gd name="connsiteX7" fmla="*/ 368786 w 558879"/>
                <a:gd name="connsiteY7" fmla="*/ 231754 h 520848"/>
                <a:gd name="connsiteX8" fmla="*/ 284703 w 558879"/>
                <a:gd name="connsiteY8" fmla="*/ 354183 h 520848"/>
                <a:gd name="connsiteX9" fmla="*/ 284703 w 558879"/>
                <a:gd name="connsiteY9" fmla="*/ 354223 h 520848"/>
                <a:gd name="connsiteX10" fmla="*/ 92269 w 558879"/>
                <a:gd name="connsiteY10" fmla="*/ 251351 h 520848"/>
                <a:gd name="connsiteX11" fmla="*/ 279781 w 558879"/>
                <a:gd name="connsiteY11" fmla="*/ 438888 h 520848"/>
                <a:gd name="connsiteX12" fmla="*/ 467292 w 558879"/>
                <a:gd name="connsiteY12" fmla="*/ 251351 h 520848"/>
                <a:gd name="connsiteX13" fmla="*/ 279781 w 558879"/>
                <a:gd name="connsiteY13" fmla="*/ 63813 h 520848"/>
                <a:gd name="connsiteX14" fmla="*/ 92269 w 558879"/>
                <a:gd name="connsiteY14" fmla="*/ 251351 h 520848"/>
                <a:gd name="connsiteX15" fmla="*/ 484261 w 558879"/>
                <a:gd name="connsiteY15" fmla="*/ 37656 h 520848"/>
                <a:gd name="connsiteX16" fmla="*/ 521723 w 558879"/>
                <a:gd name="connsiteY16" fmla="*/ 75118 h 520848"/>
                <a:gd name="connsiteX17" fmla="*/ 559185 w 558879"/>
                <a:gd name="connsiteY17" fmla="*/ 37656 h 520848"/>
                <a:gd name="connsiteX18" fmla="*/ 521723 w 558879"/>
                <a:gd name="connsiteY18" fmla="*/ 194 h 520848"/>
                <a:gd name="connsiteX19" fmla="*/ 484261 w 558879"/>
                <a:gd name="connsiteY19" fmla="*/ 37656 h 520848"/>
                <a:gd name="connsiteX20" fmla="*/ 75250 w 558879"/>
                <a:gd name="connsiteY20" fmla="*/ 37656 h 520848"/>
                <a:gd name="connsiteX21" fmla="*/ 37788 w 558879"/>
                <a:gd name="connsiteY21" fmla="*/ 75118 h 520848"/>
                <a:gd name="connsiteX22" fmla="*/ 326 w 558879"/>
                <a:gd name="connsiteY22" fmla="*/ 37656 h 520848"/>
                <a:gd name="connsiteX23" fmla="*/ 37788 w 558879"/>
                <a:gd name="connsiteY23" fmla="*/ 194 h 520848"/>
                <a:gd name="connsiteX24" fmla="*/ 75250 w 558879"/>
                <a:gd name="connsiteY24" fmla="*/ 37656 h 520848"/>
                <a:gd name="connsiteX25" fmla="*/ 182198 w 558879"/>
                <a:gd name="connsiteY25" fmla="*/ 411672 h 520848"/>
                <a:gd name="connsiteX26" fmla="*/ 144000 w 558879"/>
                <a:gd name="connsiteY26" fmla="*/ 465695 h 520848"/>
                <a:gd name="connsiteX27" fmla="*/ 851 w 558879"/>
                <a:gd name="connsiteY27" fmla="*/ 465693 h 520848"/>
                <a:gd name="connsiteX28" fmla="*/ 385181 w 558879"/>
                <a:gd name="connsiteY28" fmla="*/ 407344 h 520848"/>
                <a:gd name="connsiteX29" fmla="*/ 426230 w 558879"/>
                <a:gd name="connsiteY29" fmla="*/ 465693 h 520848"/>
                <a:gd name="connsiteX30" fmla="*/ 559205 w 558879"/>
                <a:gd name="connsiteY30" fmla="*/ 465695 h 520848"/>
                <a:gd name="connsiteX31" fmla="*/ 181411 w 558879"/>
                <a:gd name="connsiteY31" fmla="*/ 91070 h 520848"/>
                <a:gd name="connsiteX32" fmla="*/ 143978 w 558879"/>
                <a:gd name="connsiteY32" fmla="*/ 37644 h 520848"/>
                <a:gd name="connsiteX33" fmla="*/ 75216 w 558879"/>
                <a:gd name="connsiteY33" fmla="*/ 37644 h 520848"/>
                <a:gd name="connsiteX34" fmla="*/ 378099 w 558879"/>
                <a:gd name="connsiteY34" fmla="*/ 91464 h 520848"/>
                <a:gd name="connsiteX35" fmla="*/ 415508 w 558879"/>
                <a:gd name="connsiteY35" fmla="*/ 37644 h 520848"/>
                <a:gd name="connsiteX36" fmla="*/ 484271 w 558879"/>
                <a:gd name="connsiteY36" fmla="*/ 37644 h 520848"/>
                <a:gd name="connsiteX37" fmla="*/ 503833 w 558879"/>
                <a:gd name="connsiteY37" fmla="*/ 410345 h 520848"/>
                <a:gd name="connsiteX38" fmla="*/ 559183 w 558879"/>
                <a:gd name="connsiteY38" fmla="*/ 465695 h 520848"/>
                <a:gd name="connsiteX39" fmla="*/ 503833 w 558879"/>
                <a:gd name="connsiteY39" fmla="*/ 521042 h 520848"/>
                <a:gd name="connsiteX40" fmla="*/ 55678 w 558879"/>
                <a:gd name="connsiteY40" fmla="*/ 521042 h 520848"/>
                <a:gd name="connsiteX41" fmla="*/ 329 w 558879"/>
                <a:gd name="connsiteY41" fmla="*/ 465695 h 520848"/>
                <a:gd name="connsiteX42" fmla="*/ 55678 w 558879"/>
                <a:gd name="connsiteY42" fmla="*/ 410345 h 520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58879" h="520848">
                  <a:moveTo>
                    <a:pt x="284703" y="354223"/>
                  </a:moveTo>
                  <a:cubicBezTo>
                    <a:pt x="281548" y="355462"/>
                    <a:pt x="278034" y="355462"/>
                    <a:pt x="274836" y="354223"/>
                  </a:cubicBezTo>
                  <a:cubicBezTo>
                    <a:pt x="224228" y="334691"/>
                    <a:pt x="190834" y="286038"/>
                    <a:pt x="190754" y="231754"/>
                  </a:cubicBezTo>
                  <a:lnTo>
                    <a:pt x="190754" y="191769"/>
                  </a:lnTo>
                  <a:cubicBezTo>
                    <a:pt x="190754" y="184220"/>
                    <a:pt x="196905" y="178068"/>
                    <a:pt x="204456" y="178068"/>
                  </a:cubicBezTo>
                  <a:lnTo>
                    <a:pt x="355085" y="178068"/>
                  </a:lnTo>
                  <a:cubicBezTo>
                    <a:pt x="362635" y="178068"/>
                    <a:pt x="368786" y="184220"/>
                    <a:pt x="368786" y="191769"/>
                  </a:cubicBezTo>
                  <a:lnTo>
                    <a:pt x="368786" y="231754"/>
                  </a:lnTo>
                  <a:cubicBezTo>
                    <a:pt x="368748" y="285998"/>
                    <a:pt x="335314" y="334651"/>
                    <a:pt x="284703" y="354183"/>
                  </a:cubicBezTo>
                  <a:lnTo>
                    <a:pt x="284703" y="354223"/>
                  </a:lnTo>
                  <a:close/>
                  <a:moveTo>
                    <a:pt x="92269" y="251351"/>
                  </a:moveTo>
                  <a:cubicBezTo>
                    <a:pt x="92255" y="354921"/>
                    <a:pt x="176210" y="438888"/>
                    <a:pt x="279781" y="438888"/>
                  </a:cubicBezTo>
                  <a:cubicBezTo>
                    <a:pt x="383351" y="438888"/>
                    <a:pt x="467307" y="354921"/>
                    <a:pt x="467292" y="251351"/>
                  </a:cubicBezTo>
                  <a:cubicBezTo>
                    <a:pt x="467307" y="147781"/>
                    <a:pt x="383351" y="63813"/>
                    <a:pt x="279781" y="63813"/>
                  </a:cubicBezTo>
                  <a:cubicBezTo>
                    <a:pt x="176210" y="63813"/>
                    <a:pt x="92255" y="147781"/>
                    <a:pt x="92269" y="251351"/>
                  </a:cubicBezTo>
                  <a:moveTo>
                    <a:pt x="484261" y="37656"/>
                  </a:moveTo>
                  <a:cubicBezTo>
                    <a:pt x="484261" y="58346"/>
                    <a:pt x="501033" y="75118"/>
                    <a:pt x="521723" y="75118"/>
                  </a:cubicBezTo>
                  <a:cubicBezTo>
                    <a:pt x="542413" y="75118"/>
                    <a:pt x="559185" y="58346"/>
                    <a:pt x="559185" y="37656"/>
                  </a:cubicBezTo>
                  <a:cubicBezTo>
                    <a:pt x="559185" y="16966"/>
                    <a:pt x="542413" y="194"/>
                    <a:pt x="521723" y="194"/>
                  </a:cubicBezTo>
                  <a:cubicBezTo>
                    <a:pt x="501033" y="194"/>
                    <a:pt x="484261" y="16966"/>
                    <a:pt x="484261" y="37656"/>
                  </a:cubicBezTo>
                  <a:moveTo>
                    <a:pt x="75250" y="37656"/>
                  </a:moveTo>
                  <a:cubicBezTo>
                    <a:pt x="75250" y="58346"/>
                    <a:pt x="58478" y="75118"/>
                    <a:pt x="37788" y="75118"/>
                  </a:cubicBezTo>
                  <a:cubicBezTo>
                    <a:pt x="17098" y="75118"/>
                    <a:pt x="326" y="58346"/>
                    <a:pt x="326" y="37656"/>
                  </a:cubicBezTo>
                  <a:cubicBezTo>
                    <a:pt x="326" y="16966"/>
                    <a:pt x="17098" y="194"/>
                    <a:pt x="37788" y="194"/>
                  </a:cubicBezTo>
                  <a:cubicBezTo>
                    <a:pt x="58478" y="194"/>
                    <a:pt x="75250" y="16966"/>
                    <a:pt x="75250" y="37656"/>
                  </a:cubicBezTo>
                  <a:moveTo>
                    <a:pt x="182198" y="411672"/>
                  </a:moveTo>
                  <a:lnTo>
                    <a:pt x="144000" y="465695"/>
                  </a:lnTo>
                  <a:lnTo>
                    <a:pt x="851" y="465693"/>
                  </a:lnTo>
                  <a:moveTo>
                    <a:pt x="385181" y="407344"/>
                  </a:moveTo>
                  <a:lnTo>
                    <a:pt x="426230" y="465693"/>
                  </a:lnTo>
                  <a:lnTo>
                    <a:pt x="559205" y="465695"/>
                  </a:lnTo>
                  <a:moveTo>
                    <a:pt x="181411" y="91070"/>
                  </a:moveTo>
                  <a:lnTo>
                    <a:pt x="143978" y="37644"/>
                  </a:lnTo>
                  <a:lnTo>
                    <a:pt x="75216" y="37644"/>
                  </a:lnTo>
                  <a:moveTo>
                    <a:pt x="378099" y="91464"/>
                  </a:moveTo>
                  <a:lnTo>
                    <a:pt x="415508" y="37644"/>
                  </a:lnTo>
                  <a:lnTo>
                    <a:pt x="484271" y="37644"/>
                  </a:lnTo>
                  <a:moveTo>
                    <a:pt x="503833" y="410345"/>
                  </a:moveTo>
                  <a:lnTo>
                    <a:pt x="559183" y="465695"/>
                  </a:lnTo>
                  <a:lnTo>
                    <a:pt x="503833" y="521042"/>
                  </a:lnTo>
                  <a:moveTo>
                    <a:pt x="55678" y="521042"/>
                  </a:moveTo>
                  <a:lnTo>
                    <a:pt x="329" y="465695"/>
                  </a:lnTo>
                  <a:lnTo>
                    <a:pt x="55678" y="410345"/>
                  </a:lnTo>
                </a:path>
              </a:pathLst>
            </a:custGeom>
            <a:noFill/>
            <a:ln w="8386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Figura a mano libera: forma 135">
              <a:extLst>
                <a:ext uri="{FF2B5EF4-FFF2-40B4-BE49-F238E27FC236}">
                  <a16:creationId xmlns:a16="http://schemas.microsoft.com/office/drawing/2014/main" id="{3C3DB792-9D2A-BD41-8146-1CC65B28DF06}"/>
                </a:ext>
              </a:extLst>
            </p:cNvPr>
            <p:cNvSpPr/>
            <p:nvPr/>
          </p:nvSpPr>
          <p:spPr>
            <a:xfrm>
              <a:off x="8455952" y="6372425"/>
              <a:ext cx="386033" cy="386016"/>
            </a:xfrm>
            <a:custGeom>
              <a:avLst/>
              <a:gdLst>
                <a:gd name="connsiteX0" fmla="*/ 192 w 386033"/>
                <a:gd name="connsiteY0" fmla="*/ 285619 h 386016"/>
                <a:gd name="connsiteX1" fmla="*/ 192 w 386033"/>
                <a:gd name="connsiteY1" fmla="*/ 33858 h 386016"/>
                <a:gd name="connsiteX2" fmla="*/ 33760 w 386033"/>
                <a:gd name="connsiteY2" fmla="*/ 100994 h 386016"/>
                <a:gd name="connsiteX3" fmla="*/ 33760 w 386033"/>
                <a:gd name="connsiteY3" fmla="*/ 218483 h 386016"/>
                <a:gd name="connsiteX4" fmla="*/ 67328 w 386033"/>
                <a:gd name="connsiteY4" fmla="*/ 84210 h 386016"/>
                <a:gd name="connsiteX5" fmla="*/ 67328 w 386033"/>
                <a:gd name="connsiteY5" fmla="*/ 235267 h 386016"/>
                <a:gd name="connsiteX6" fmla="*/ 100896 w 386033"/>
                <a:gd name="connsiteY6" fmla="*/ 67426 h 386016"/>
                <a:gd name="connsiteX7" fmla="*/ 100896 w 386033"/>
                <a:gd name="connsiteY7" fmla="*/ 252051 h 386016"/>
                <a:gd name="connsiteX8" fmla="*/ 134465 w 386033"/>
                <a:gd name="connsiteY8" fmla="*/ 50642 h 386016"/>
                <a:gd name="connsiteX9" fmla="*/ 134465 w 386033"/>
                <a:gd name="connsiteY9" fmla="*/ 268835 h 386016"/>
                <a:gd name="connsiteX10" fmla="*/ 335873 w 386033"/>
                <a:gd name="connsiteY10" fmla="*/ 151279 h 386016"/>
                <a:gd name="connsiteX11" fmla="*/ 335873 w 386033"/>
                <a:gd name="connsiteY11" fmla="*/ 33858 h 386016"/>
                <a:gd name="connsiteX12" fmla="*/ 302305 w 386033"/>
                <a:gd name="connsiteY12" fmla="*/ 100994 h 386016"/>
                <a:gd name="connsiteX13" fmla="*/ 302305 w 386033"/>
                <a:gd name="connsiteY13" fmla="*/ 151045 h 386016"/>
                <a:gd name="connsiteX14" fmla="*/ 268737 w 386033"/>
                <a:gd name="connsiteY14" fmla="*/ 84210 h 386016"/>
                <a:gd name="connsiteX15" fmla="*/ 268737 w 386033"/>
                <a:gd name="connsiteY15" fmla="*/ 159604 h 386016"/>
                <a:gd name="connsiteX16" fmla="*/ 235169 w 386033"/>
                <a:gd name="connsiteY16" fmla="*/ 67426 h 386016"/>
                <a:gd name="connsiteX17" fmla="*/ 235169 w 386033"/>
                <a:gd name="connsiteY17" fmla="*/ 218382 h 386016"/>
                <a:gd name="connsiteX18" fmla="*/ 201601 w 386033"/>
                <a:gd name="connsiteY18" fmla="*/ 50642 h 386016"/>
                <a:gd name="connsiteX19" fmla="*/ 201601 w 386033"/>
                <a:gd name="connsiteY19" fmla="*/ 268835 h 386016"/>
                <a:gd name="connsiteX20" fmla="*/ 168033 w 386033"/>
                <a:gd name="connsiteY20" fmla="*/ 290 h 386016"/>
                <a:gd name="connsiteX21" fmla="*/ 168033 w 386033"/>
                <a:gd name="connsiteY21" fmla="*/ 319187 h 386016"/>
                <a:gd name="connsiteX22" fmla="*/ 251953 w 386033"/>
                <a:gd name="connsiteY22" fmla="*/ 252051 h 386016"/>
                <a:gd name="connsiteX23" fmla="*/ 369442 w 386033"/>
                <a:gd name="connsiteY23" fmla="*/ 252051 h 386016"/>
                <a:gd name="connsiteX24" fmla="*/ 386226 w 386033"/>
                <a:gd name="connsiteY24" fmla="*/ 268835 h 386016"/>
                <a:gd name="connsiteX25" fmla="*/ 386226 w 386033"/>
                <a:gd name="connsiteY25" fmla="*/ 369523 h 386016"/>
                <a:gd name="connsiteX26" fmla="*/ 369442 w 386033"/>
                <a:gd name="connsiteY26" fmla="*/ 386307 h 386016"/>
                <a:gd name="connsiteX27" fmla="*/ 251953 w 386033"/>
                <a:gd name="connsiteY27" fmla="*/ 386307 h 386016"/>
                <a:gd name="connsiteX28" fmla="*/ 235169 w 386033"/>
                <a:gd name="connsiteY28" fmla="*/ 369523 h 386016"/>
                <a:gd name="connsiteX29" fmla="*/ 235169 w 386033"/>
                <a:gd name="connsiteY29" fmla="*/ 268835 h 386016"/>
                <a:gd name="connsiteX30" fmla="*/ 251953 w 386033"/>
                <a:gd name="connsiteY30" fmla="*/ 252051 h 386016"/>
                <a:gd name="connsiteX31" fmla="*/ 289717 w 386033"/>
                <a:gd name="connsiteY31" fmla="*/ 320228 h 386016"/>
                <a:gd name="connsiteX32" fmla="*/ 310697 w 386033"/>
                <a:gd name="connsiteY32" fmla="*/ 341208 h 386016"/>
                <a:gd name="connsiteX33" fmla="*/ 331677 w 386033"/>
                <a:gd name="connsiteY33" fmla="*/ 320228 h 386016"/>
                <a:gd name="connsiteX34" fmla="*/ 310697 w 386033"/>
                <a:gd name="connsiteY34" fmla="*/ 299248 h 386016"/>
                <a:gd name="connsiteX35" fmla="*/ 289717 w 386033"/>
                <a:gd name="connsiteY35" fmla="*/ 320228 h 386016"/>
                <a:gd name="connsiteX36" fmla="*/ 352658 w 386033"/>
                <a:gd name="connsiteY36" fmla="*/ 226858 h 386016"/>
                <a:gd name="connsiteX37" fmla="*/ 310697 w 386033"/>
                <a:gd name="connsiteY37" fmla="*/ 184898 h 386016"/>
                <a:gd name="connsiteX38" fmla="*/ 268737 w 386033"/>
                <a:gd name="connsiteY38" fmla="*/ 226858 h 386016"/>
                <a:gd name="connsiteX39" fmla="*/ 268737 w 386033"/>
                <a:gd name="connsiteY39" fmla="*/ 252034 h 386016"/>
                <a:gd name="connsiteX40" fmla="*/ 352658 w 386033"/>
                <a:gd name="connsiteY40" fmla="*/ 252034 h 386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86033" h="386016">
                  <a:moveTo>
                    <a:pt x="192" y="285619"/>
                  </a:moveTo>
                  <a:lnTo>
                    <a:pt x="192" y="33858"/>
                  </a:lnTo>
                  <a:moveTo>
                    <a:pt x="33760" y="100994"/>
                  </a:moveTo>
                  <a:lnTo>
                    <a:pt x="33760" y="218483"/>
                  </a:lnTo>
                  <a:moveTo>
                    <a:pt x="67328" y="84210"/>
                  </a:moveTo>
                  <a:lnTo>
                    <a:pt x="67328" y="235267"/>
                  </a:lnTo>
                  <a:moveTo>
                    <a:pt x="100896" y="67426"/>
                  </a:moveTo>
                  <a:lnTo>
                    <a:pt x="100896" y="252051"/>
                  </a:lnTo>
                  <a:moveTo>
                    <a:pt x="134465" y="50642"/>
                  </a:moveTo>
                  <a:lnTo>
                    <a:pt x="134465" y="268835"/>
                  </a:lnTo>
                  <a:moveTo>
                    <a:pt x="335873" y="151279"/>
                  </a:moveTo>
                  <a:lnTo>
                    <a:pt x="335873" y="33858"/>
                  </a:lnTo>
                  <a:moveTo>
                    <a:pt x="302305" y="100994"/>
                  </a:moveTo>
                  <a:lnTo>
                    <a:pt x="302305" y="151045"/>
                  </a:lnTo>
                  <a:moveTo>
                    <a:pt x="268737" y="84210"/>
                  </a:moveTo>
                  <a:lnTo>
                    <a:pt x="268737" y="159604"/>
                  </a:lnTo>
                  <a:moveTo>
                    <a:pt x="235169" y="67426"/>
                  </a:moveTo>
                  <a:lnTo>
                    <a:pt x="235169" y="218382"/>
                  </a:lnTo>
                  <a:moveTo>
                    <a:pt x="201601" y="50642"/>
                  </a:moveTo>
                  <a:lnTo>
                    <a:pt x="201601" y="268835"/>
                  </a:lnTo>
                  <a:moveTo>
                    <a:pt x="168033" y="290"/>
                  </a:moveTo>
                  <a:lnTo>
                    <a:pt x="168033" y="319187"/>
                  </a:lnTo>
                  <a:moveTo>
                    <a:pt x="251953" y="252051"/>
                  </a:moveTo>
                  <a:lnTo>
                    <a:pt x="369442" y="252051"/>
                  </a:lnTo>
                  <a:cubicBezTo>
                    <a:pt x="369442" y="252051"/>
                    <a:pt x="386226" y="252051"/>
                    <a:pt x="386226" y="268835"/>
                  </a:cubicBezTo>
                  <a:lnTo>
                    <a:pt x="386226" y="369523"/>
                  </a:lnTo>
                  <a:cubicBezTo>
                    <a:pt x="386226" y="369523"/>
                    <a:pt x="386226" y="386307"/>
                    <a:pt x="369442" y="386307"/>
                  </a:cubicBezTo>
                  <a:lnTo>
                    <a:pt x="251953" y="386307"/>
                  </a:lnTo>
                  <a:cubicBezTo>
                    <a:pt x="251953" y="386307"/>
                    <a:pt x="235169" y="386307"/>
                    <a:pt x="235169" y="369523"/>
                  </a:cubicBezTo>
                  <a:lnTo>
                    <a:pt x="235169" y="268835"/>
                  </a:lnTo>
                  <a:cubicBezTo>
                    <a:pt x="235169" y="268835"/>
                    <a:pt x="235169" y="252051"/>
                    <a:pt x="251953" y="252051"/>
                  </a:cubicBezTo>
                  <a:moveTo>
                    <a:pt x="289717" y="320228"/>
                  </a:moveTo>
                  <a:cubicBezTo>
                    <a:pt x="289717" y="331815"/>
                    <a:pt x="299110" y="341208"/>
                    <a:pt x="310697" y="341208"/>
                  </a:cubicBezTo>
                  <a:cubicBezTo>
                    <a:pt x="322284" y="341208"/>
                    <a:pt x="331677" y="331815"/>
                    <a:pt x="331677" y="320228"/>
                  </a:cubicBezTo>
                  <a:cubicBezTo>
                    <a:pt x="331677" y="308641"/>
                    <a:pt x="322284" y="299248"/>
                    <a:pt x="310697" y="299248"/>
                  </a:cubicBezTo>
                  <a:cubicBezTo>
                    <a:pt x="299110" y="299248"/>
                    <a:pt x="289717" y="308641"/>
                    <a:pt x="289717" y="320228"/>
                  </a:cubicBezTo>
                  <a:moveTo>
                    <a:pt x="352658" y="226858"/>
                  </a:moveTo>
                  <a:cubicBezTo>
                    <a:pt x="352658" y="203684"/>
                    <a:pt x="333871" y="184898"/>
                    <a:pt x="310697" y="184898"/>
                  </a:cubicBezTo>
                  <a:cubicBezTo>
                    <a:pt x="287524" y="184898"/>
                    <a:pt x="268737" y="203684"/>
                    <a:pt x="268737" y="226858"/>
                  </a:cubicBezTo>
                  <a:lnTo>
                    <a:pt x="268737" y="252034"/>
                  </a:lnTo>
                  <a:lnTo>
                    <a:pt x="352658" y="252034"/>
                  </a:lnTo>
                  <a:close/>
                </a:path>
              </a:pathLst>
            </a:custGeom>
            <a:noFill/>
            <a:ln w="8386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Figura a mano libera: forma 136">
              <a:extLst>
                <a:ext uri="{FF2B5EF4-FFF2-40B4-BE49-F238E27FC236}">
                  <a16:creationId xmlns:a16="http://schemas.microsoft.com/office/drawing/2014/main" id="{E32512E0-9DAB-FA74-6385-15A863680727}"/>
                </a:ext>
              </a:extLst>
            </p:cNvPr>
            <p:cNvSpPr/>
            <p:nvPr/>
          </p:nvSpPr>
          <p:spPr>
            <a:xfrm>
              <a:off x="10092399" y="5935988"/>
              <a:ext cx="386033" cy="285329"/>
            </a:xfrm>
            <a:custGeom>
              <a:avLst/>
              <a:gdLst>
                <a:gd name="connsiteX0" fmla="*/ 336165 w 386033"/>
                <a:gd name="connsiteY0" fmla="*/ 67426 h 285329"/>
                <a:gd name="connsiteX1" fmla="*/ 361342 w 386033"/>
                <a:gd name="connsiteY1" fmla="*/ 92602 h 285329"/>
                <a:gd name="connsiteX2" fmla="*/ 386518 w 386033"/>
                <a:gd name="connsiteY2" fmla="*/ 67426 h 285329"/>
                <a:gd name="connsiteX3" fmla="*/ 361342 w 386033"/>
                <a:gd name="connsiteY3" fmla="*/ 42250 h 285329"/>
                <a:gd name="connsiteX4" fmla="*/ 336165 w 386033"/>
                <a:gd name="connsiteY4" fmla="*/ 67426 h 285329"/>
                <a:gd name="connsiteX5" fmla="*/ 159933 w 386033"/>
                <a:gd name="connsiteY5" fmla="*/ 17074 h 285329"/>
                <a:gd name="connsiteX6" fmla="*/ 176717 w 386033"/>
                <a:gd name="connsiteY6" fmla="*/ 33858 h 285329"/>
                <a:gd name="connsiteX7" fmla="*/ 193501 w 386033"/>
                <a:gd name="connsiteY7" fmla="*/ 17074 h 285329"/>
                <a:gd name="connsiteX8" fmla="*/ 176717 w 386033"/>
                <a:gd name="connsiteY8" fmla="*/ 290 h 285329"/>
                <a:gd name="connsiteX9" fmla="*/ 159933 w 386033"/>
                <a:gd name="connsiteY9" fmla="*/ 17074 h 285329"/>
                <a:gd name="connsiteX10" fmla="*/ 310989 w 386033"/>
                <a:gd name="connsiteY10" fmla="*/ 193307 h 285329"/>
                <a:gd name="connsiteX11" fmla="*/ 327773 w 386033"/>
                <a:gd name="connsiteY11" fmla="*/ 210091 h 285329"/>
                <a:gd name="connsiteX12" fmla="*/ 344558 w 386033"/>
                <a:gd name="connsiteY12" fmla="*/ 193307 h 285329"/>
                <a:gd name="connsiteX13" fmla="*/ 327773 w 386033"/>
                <a:gd name="connsiteY13" fmla="*/ 176523 h 285329"/>
                <a:gd name="connsiteX14" fmla="*/ 310989 w 386033"/>
                <a:gd name="connsiteY14" fmla="*/ 193307 h 285329"/>
                <a:gd name="connsiteX15" fmla="*/ 484 w 386033"/>
                <a:gd name="connsiteY15" fmla="*/ 210091 h 285329"/>
                <a:gd name="connsiteX16" fmla="*/ 17268 w 386033"/>
                <a:gd name="connsiteY16" fmla="*/ 226875 h 285329"/>
                <a:gd name="connsiteX17" fmla="*/ 34052 w 386033"/>
                <a:gd name="connsiteY17" fmla="*/ 210091 h 285329"/>
                <a:gd name="connsiteX18" fmla="*/ 17268 w 386033"/>
                <a:gd name="connsiteY18" fmla="*/ 193307 h 285329"/>
                <a:gd name="connsiteX19" fmla="*/ 484 w 386033"/>
                <a:gd name="connsiteY19" fmla="*/ 210091 h 285329"/>
                <a:gd name="connsiteX20" fmla="*/ 117973 w 386033"/>
                <a:gd name="connsiteY20" fmla="*/ 151347 h 285329"/>
                <a:gd name="connsiteX21" fmla="*/ 134757 w 386033"/>
                <a:gd name="connsiteY21" fmla="*/ 168131 h 285329"/>
                <a:gd name="connsiteX22" fmla="*/ 151541 w 386033"/>
                <a:gd name="connsiteY22" fmla="*/ 151347 h 285329"/>
                <a:gd name="connsiteX23" fmla="*/ 134757 w 386033"/>
                <a:gd name="connsiteY23" fmla="*/ 134563 h 285329"/>
                <a:gd name="connsiteX24" fmla="*/ 117973 w 386033"/>
                <a:gd name="connsiteY24" fmla="*/ 151347 h 285329"/>
                <a:gd name="connsiteX25" fmla="*/ 159933 w 386033"/>
                <a:gd name="connsiteY25" fmla="*/ 260443 h 285329"/>
                <a:gd name="connsiteX26" fmla="*/ 185109 w 386033"/>
                <a:gd name="connsiteY26" fmla="*/ 285619 h 285329"/>
                <a:gd name="connsiteX27" fmla="*/ 210285 w 386033"/>
                <a:gd name="connsiteY27" fmla="*/ 260443 h 285329"/>
                <a:gd name="connsiteX28" fmla="*/ 185109 w 386033"/>
                <a:gd name="connsiteY28" fmla="*/ 235267 h 285329"/>
                <a:gd name="connsiteX29" fmla="*/ 159933 w 386033"/>
                <a:gd name="connsiteY29" fmla="*/ 260443 h 285329"/>
                <a:gd name="connsiteX30" fmla="*/ 176717 w 386033"/>
                <a:gd name="connsiteY30" fmla="*/ 33858 h 285329"/>
                <a:gd name="connsiteX31" fmla="*/ 187224 w 386033"/>
                <a:gd name="connsiteY31" fmla="*/ 235401 h 285329"/>
                <a:gd name="connsiteX32" fmla="*/ 151322 w 386033"/>
                <a:gd name="connsiteY32" fmla="*/ 150826 h 285329"/>
                <a:gd name="connsiteX33" fmla="*/ 337189 w 386033"/>
                <a:gd name="connsiteY33" fmla="*/ 74425 h 285329"/>
                <a:gd name="connsiteX34" fmla="*/ 30897 w 386033"/>
                <a:gd name="connsiteY34" fmla="*/ 200323 h 285329"/>
                <a:gd name="connsiteX35" fmla="*/ 122487 w 386033"/>
                <a:gd name="connsiteY35" fmla="*/ 162693 h 285329"/>
                <a:gd name="connsiteX36" fmla="*/ 193501 w 386033"/>
                <a:gd name="connsiteY36" fmla="*/ 17074 h 285329"/>
                <a:gd name="connsiteX37" fmla="*/ 337189 w 386033"/>
                <a:gd name="connsiteY37" fmla="*/ 64271 h 285329"/>
                <a:gd name="connsiteX38" fmla="*/ 356793 w 386033"/>
                <a:gd name="connsiteY38" fmla="*/ 92602 h 285329"/>
                <a:gd name="connsiteX39" fmla="*/ 337676 w 386033"/>
                <a:gd name="connsiteY39" fmla="*/ 179796 h 285329"/>
                <a:gd name="connsiteX40" fmla="*/ 162266 w 386033"/>
                <a:gd name="connsiteY40" fmla="*/ 27866 h 285329"/>
                <a:gd name="connsiteX41" fmla="*/ 21666 w 386033"/>
                <a:gd name="connsiteY41" fmla="*/ 192971 h 285329"/>
                <a:gd name="connsiteX42" fmla="*/ 32088 w 386033"/>
                <a:gd name="connsiteY42" fmla="*/ 217879 h 285329"/>
                <a:gd name="connsiteX43" fmla="*/ 161695 w 386033"/>
                <a:gd name="connsiteY43" fmla="*/ 251128 h 285329"/>
                <a:gd name="connsiteX44" fmla="*/ 210285 w 386033"/>
                <a:gd name="connsiteY44" fmla="*/ 251128 h 285329"/>
                <a:gd name="connsiteX45" fmla="*/ 314934 w 386033"/>
                <a:gd name="connsiteY45" fmla="*/ 204032 h 285329"/>
                <a:gd name="connsiteX46" fmla="*/ 190194 w 386033"/>
                <a:gd name="connsiteY46" fmla="*/ 26993 h 285329"/>
                <a:gd name="connsiteX47" fmla="*/ 314934 w 386033"/>
                <a:gd name="connsiteY47" fmla="*/ 182582 h 285329"/>
                <a:gd name="connsiteX48" fmla="*/ 169432 w 386033"/>
                <a:gd name="connsiteY48" fmla="*/ 32482 h 285329"/>
                <a:gd name="connsiteX49" fmla="*/ 142192 w 386033"/>
                <a:gd name="connsiteY49" fmla="*/ 136325 h 285329"/>
                <a:gd name="connsiteX50" fmla="*/ 142326 w 386033"/>
                <a:gd name="connsiteY50" fmla="*/ 166251 h 285329"/>
                <a:gd name="connsiteX51" fmla="*/ 175391 w 386033"/>
                <a:gd name="connsiteY51" fmla="*/ 237197 h 285329"/>
                <a:gd name="connsiteX52" fmla="*/ 201658 w 386033"/>
                <a:gd name="connsiteY52" fmla="*/ 241511 h 285329"/>
                <a:gd name="connsiteX53" fmla="*/ 343903 w 386033"/>
                <a:gd name="connsiteY53" fmla="*/ 85587 h 28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86033" h="285329">
                  <a:moveTo>
                    <a:pt x="336165" y="67426"/>
                  </a:moveTo>
                  <a:cubicBezTo>
                    <a:pt x="336165" y="81331"/>
                    <a:pt x="347437" y="92602"/>
                    <a:pt x="361342" y="92602"/>
                  </a:cubicBezTo>
                  <a:cubicBezTo>
                    <a:pt x="375246" y="92602"/>
                    <a:pt x="386518" y="81331"/>
                    <a:pt x="386518" y="67426"/>
                  </a:cubicBezTo>
                  <a:cubicBezTo>
                    <a:pt x="386518" y="53522"/>
                    <a:pt x="375246" y="42250"/>
                    <a:pt x="361342" y="42250"/>
                  </a:cubicBezTo>
                  <a:cubicBezTo>
                    <a:pt x="347437" y="42250"/>
                    <a:pt x="336165" y="53522"/>
                    <a:pt x="336165" y="67426"/>
                  </a:cubicBezTo>
                  <a:close/>
                  <a:moveTo>
                    <a:pt x="159933" y="17074"/>
                  </a:moveTo>
                  <a:cubicBezTo>
                    <a:pt x="159933" y="26344"/>
                    <a:pt x="167447" y="33858"/>
                    <a:pt x="176717" y="33858"/>
                  </a:cubicBezTo>
                  <a:cubicBezTo>
                    <a:pt x="185987" y="33858"/>
                    <a:pt x="193501" y="26344"/>
                    <a:pt x="193501" y="17074"/>
                  </a:cubicBezTo>
                  <a:cubicBezTo>
                    <a:pt x="193501" y="7804"/>
                    <a:pt x="185987" y="290"/>
                    <a:pt x="176717" y="290"/>
                  </a:cubicBezTo>
                  <a:cubicBezTo>
                    <a:pt x="167447" y="290"/>
                    <a:pt x="159933" y="7804"/>
                    <a:pt x="159933" y="17074"/>
                  </a:cubicBezTo>
                  <a:close/>
                  <a:moveTo>
                    <a:pt x="310989" y="193307"/>
                  </a:moveTo>
                  <a:cubicBezTo>
                    <a:pt x="310989" y="202577"/>
                    <a:pt x="318504" y="210091"/>
                    <a:pt x="327773" y="210091"/>
                  </a:cubicBezTo>
                  <a:cubicBezTo>
                    <a:pt x="337043" y="210091"/>
                    <a:pt x="344558" y="202577"/>
                    <a:pt x="344558" y="193307"/>
                  </a:cubicBezTo>
                  <a:cubicBezTo>
                    <a:pt x="344558" y="184037"/>
                    <a:pt x="337043" y="176523"/>
                    <a:pt x="327773" y="176523"/>
                  </a:cubicBezTo>
                  <a:cubicBezTo>
                    <a:pt x="318504" y="176523"/>
                    <a:pt x="310989" y="184037"/>
                    <a:pt x="310989" y="193307"/>
                  </a:cubicBezTo>
                  <a:close/>
                  <a:moveTo>
                    <a:pt x="484" y="210091"/>
                  </a:moveTo>
                  <a:cubicBezTo>
                    <a:pt x="484" y="219361"/>
                    <a:pt x="7998" y="226875"/>
                    <a:pt x="17268" y="226875"/>
                  </a:cubicBezTo>
                  <a:cubicBezTo>
                    <a:pt x="26538" y="226875"/>
                    <a:pt x="34052" y="219361"/>
                    <a:pt x="34052" y="210091"/>
                  </a:cubicBezTo>
                  <a:cubicBezTo>
                    <a:pt x="34052" y="200821"/>
                    <a:pt x="26538" y="193307"/>
                    <a:pt x="17268" y="193307"/>
                  </a:cubicBezTo>
                  <a:cubicBezTo>
                    <a:pt x="7998" y="193307"/>
                    <a:pt x="484" y="200821"/>
                    <a:pt x="484" y="210091"/>
                  </a:cubicBezTo>
                  <a:close/>
                  <a:moveTo>
                    <a:pt x="117973" y="151347"/>
                  </a:moveTo>
                  <a:cubicBezTo>
                    <a:pt x="117973" y="160616"/>
                    <a:pt x="125487" y="168131"/>
                    <a:pt x="134757" y="168131"/>
                  </a:cubicBezTo>
                  <a:cubicBezTo>
                    <a:pt x="144026" y="168131"/>
                    <a:pt x="151541" y="160616"/>
                    <a:pt x="151541" y="151347"/>
                  </a:cubicBezTo>
                  <a:cubicBezTo>
                    <a:pt x="151541" y="142077"/>
                    <a:pt x="144026" y="134563"/>
                    <a:pt x="134757" y="134563"/>
                  </a:cubicBezTo>
                  <a:cubicBezTo>
                    <a:pt x="125487" y="134563"/>
                    <a:pt x="117973" y="142077"/>
                    <a:pt x="117973" y="151347"/>
                  </a:cubicBezTo>
                  <a:close/>
                  <a:moveTo>
                    <a:pt x="159933" y="260443"/>
                  </a:moveTo>
                  <a:cubicBezTo>
                    <a:pt x="159933" y="274348"/>
                    <a:pt x="171204" y="285619"/>
                    <a:pt x="185109" y="285619"/>
                  </a:cubicBezTo>
                  <a:cubicBezTo>
                    <a:pt x="199014" y="285619"/>
                    <a:pt x="210285" y="274348"/>
                    <a:pt x="210285" y="260443"/>
                  </a:cubicBezTo>
                  <a:cubicBezTo>
                    <a:pt x="210285" y="246538"/>
                    <a:pt x="199014" y="235267"/>
                    <a:pt x="185109" y="235267"/>
                  </a:cubicBezTo>
                  <a:cubicBezTo>
                    <a:pt x="171204" y="235267"/>
                    <a:pt x="159933" y="246538"/>
                    <a:pt x="159933" y="260443"/>
                  </a:cubicBezTo>
                  <a:close/>
                  <a:moveTo>
                    <a:pt x="176717" y="33858"/>
                  </a:moveTo>
                  <a:lnTo>
                    <a:pt x="187224" y="235401"/>
                  </a:lnTo>
                  <a:moveTo>
                    <a:pt x="151322" y="150826"/>
                  </a:moveTo>
                  <a:lnTo>
                    <a:pt x="337189" y="74425"/>
                  </a:lnTo>
                  <a:moveTo>
                    <a:pt x="30897" y="200323"/>
                  </a:moveTo>
                  <a:lnTo>
                    <a:pt x="122487" y="162693"/>
                  </a:lnTo>
                  <a:moveTo>
                    <a:pt x="193501" y="17074"/>
                  </a:moveTo>
                  <a:lnTo>
                    <a:pt x="337189" y="64271"/>
                  </a:lnTo>
                  <a:moveTo>
                    <a:pt x="356793" y="92602"/>
                  </a:moveTo>
                  <a:lnTo>
                    <a:pt x="337676" y="179796"/>
                  </a:lnTo>
                  <a:moveTo>
                    <a:pt x="162266" y="27866"/>
                  </a:moveTo>
                  <a:lnTo>
                    <a:pt x="21666" y="192971"/>
                  </a:lnTo>
                  <a:moveTo>
                    <a:pt x="32088" y="217879"/>
                  </a:moveTo>
                  <a:lnTo>
                    <a:pt x="161695" y="251128"/>
                  </a:lnTo>
                  <a:moveTo>
                    <a:pt x="210285" y="251128"/>
                  </a:moveTo>
                  <a:lnTo>
                    <a:pt x="314934" y="204032"/>
                  </a:lnTo>
                  <a:moveTo>
                    <a:pt x="190194" y="26993"/>
                  </a:moveTo>
                  <a:lnTo>
                    <a:pt x="314934" y="182582"/>
                  </a:lnTo>
                  <a:moveTo>
                    <a:pt x="169432" y="32482"/>
                  </a:moveTo>
                  <a:lnTo>
                    <a:pt x="142192" y="136325"/>
                  </a:lnTo>
                  <a:moveTo>
                    <a:pt x="142326" y="166251"/>
                  </a:moveTo>
                  <a:lnTo>
                    <a:pt x="175391" y="237197"/>
                  </a:lnTo>
                  <a:moveTo>
                    <a:pt x="201658" y="241511"/>
                  </a:moveTo>
                  <a:lnTo>
                    <a:pt x="343903" y="85587"/>
                  </a:lnTo>
                </a:path>
              </a:pathLst>
            </a:custGeom>
            <a:noFill/>
            <a:ln w="8386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0" name="Ovale 139">
            <a:extLst>
              <a:ext uri="{FF2B5EF4-FFF2-40B4-BE49-F238E27FC236}">
                <a16:creationId xmlns:a16="http://schemas.microsoft.com/office/drawing/2014/main" id="{062B9F43-2B84-2394-3DB4-7451E2DC0291}"/>
              </a:ext>
            </a:extLst>
          </p:cNvPr>
          <p:cNvSpPr/>
          <p:nvPr/>
        </p:nvSpPr>
        <p:spPr>
          <a:xfrm>
            <a:off x="5027699" y="3097745"/>
            <a:ext cx="2130341" cy="2035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BEST PRACTICES</a:t>
            </a:r>
          </a:p>
        </p:txBody>
      </p:sp>
      <p:pic>
        <p:nvPicPr>
          <p:cNvPr id="142" name="Elemento grafico 141" descr="Tiro a segno contorno">
            <a:extLst>
              <a:ext uri="{FF2B5EF4-FFF2-40B4-BE49-F238E27FC236}">
                <a16:creationId xmlns:a16="http://schemas.microsoft.com/office/drawing/2014/main" id="{540BB5BB-76DF-1E3A-ABC8-7AF583F30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3282248"/>
            <a:ext cx="914400" cy="914400"/>
          </a:xfrm>
          <a:prstGeom prst="rect">
            <a:avLst/>
          </a:prstGeom>
        </p:spPr>
      </p:pic>
      <p:sp>
        <p:nvSpPr>
          <p:cNvPr id="147" name="Rettangolo 146">
            <a:extLst>
              <a:ext uri="{FF2B5EF4-FFF2-40B4-BE49-F238E27FC236}">
                <a16:creationId xmlns:a16="http://schemas.microsoft.com/office/drawing/2014/main" id="{727A29C8-41D1-3247-831E-FE059B33C891}"/>
              </a:ext>
            </a:extLst>
          </p:cNvPr>
          <p:cNvSpPr/>
          <p:nvPr/>
        </p:nvSpPr>
        <p:spPr>
          <a:xfrm>
            <a:off x="10605628" y="6441791"/>
            <a:ext cx="1586372" cy="416209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Elemento grafico 23">
            <a:extLst>
              <a:ext uri="{FF2B5EF4-FFF2-40B4-BE49-F238E27FC236}">
                <a16:creationId xmlns:a16="http://schemas.microsoft.com/office/drawing/2014/main" id="{E763DA9B-9E5A-1F35-FEDB-1A2C4798B6B5}"/>
              </a:ext>
            </a:extLst>
          </p:cNvPr>
          <p:cNvGrpSpPr/>
          <p:nvPr/>
        </p:nvGrpSpPr>
        <p:grpSpPr>
          <a:xfrm>
            <a:off x="3723151" y="580110"/>
            <a:ext cx="5014307" cy="2319708"/>
            <a:chOff x="3934059" y="927357"/>
            <a:chExt cx="4413109" cy="2065478"/>
          </a:xfrm>
        </p:grpSpPr>
        <p:sp>
          <p:nvSpPr>
            <p:cNvPr id="9" name="Figura a mano libera: forma 8">
              <a:extLst>
                <a:ext uri="{FF2B5EF4-FFF2-40B4-BE49-F238E27FC236}">
                  <a16:creationId xmlns:a16="http://schemas.microsoft.com/office/drawing/2014/main" id="{B95B5FE7-63FE-DAE0-FCC9-4BACC13BBE41}"/>
                </a:ext>
              </a:extLst>
            </p:cNvPr>
            <p:cNvSpPr/>
            <p:nvPr/>
          </p:nvSpPr>
          <p:spPr>
            <a:xfrm rot="21076040">
              <a:off x="5183317" y="1434818"/>
              <a:ext cx="518238" cy="609244"/>
            </a:xfrm>
            <a:custGeom>
              <a:avLst/>
              <a:gdLst>
                <a:gd name="connsiteX0" fmla="*/ 387786 w 518238"/>
                <a:gd name="connsiteY0" fmla="*/ 586057 h 609244"/>
                <a:gd name="connsiteX1" fmla="*/ 504560 w 518238"/>
                <a:gd name="connsiteY1" fmla="*/ 609363 h 609244"/>
                <a:gd name="connsiteX2" fmla="*/ 518474 w 518238"/>
                <a:gd name="connsiteY2" fmla="*/ 491104 h 609244"/>
                <a:gd name="connsiteX3" fmla="*/ 482106 w 518238"/>
                <a:gd name="connsiteY3" fmla="*/ 517530 h 609244"/>
                <a:gd name="connsiteX4" fmla="*/ 385674 w 518238"/>
                <a:gd name="connsiteY4" fmla="*/ 384805 h 609244"/>
                <a:gd name="connsiteX5" fmla="*/ 408260 w 518238"/>
                <a:gd name="connsiteY5" fmla="*/ 93105 h 609244"/>
                <a:gd name="connsiteX6" fmla="*/ 93222 w 518238"/>
                <a:gd name="connsiteY6" fmla="*/ 43211 h 609244"/>
                <a:gd name="connsiteX7" fmla="*/ 43328 w 518238"/>
                <a:gd name="connsiteY7" fmla="*/ 358248 h 609244"/>
                <a:gd name="connsiteX8" fmla="*/ 327322 w 518238"/>
                <a:gd name="connsiteY8" fmla="*/ 427107 h 609244"/>
                <a:gd name="connsiteX9" fmla="*/ 423797 w 518238"/>
                <a:gd name="connsiteY9" fmla="*/ 559894 h 609244"/>
                <a:gd name="connsiteX10" fmla="*/ 387786 w 518238"/>
                <a:gd name="connsiteY10" fmla="*/ 586057 h 60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8238" h="609244">
                  <a:moveTo>
                    <a:pt x="387786" y="586057"/>
                  </a:moveTo>
                  <a:lnTo>
                    <a:pt x="504560" y="609363"/>
                  </a:lnTo>
                  <a:lnTo>
                    <a:pt x="518474" y="491104"/>
                  </a:lnTo>
                  <a:lnTo>
                    <a:pt x="482106" y="517530"/>
                  </a:lnTo>
                  <a:lnTo>
                    <a:pt x="385674" y="384805"/>
                  </a:lnTo>
                  <a:cubicBezTo>
                    <a:pt x="462590" y="307714"/>
                    <a:pt x="474312" y="184017"/>
                    <a:pt x="408260" y="93105"/>
                  </a:cubicBezTo>
                  <a:cubicBezTo>
                    <a:pt x="335040" y="-7668"/>
                    <a:pt x="193996" y="-30009"/>
                    <a:pt x="93222" y="43211"/>
                  </a:cubicBezTo>
                  <a:cubicBezTo>
                    <a:pt x="-7551" y="116424"/>
                    <a:pt x="-29892" y="257475"/>
                    <a:pt x="43328" y="358248"/>
                  </a:cubicBezTo>
                  <a:cubicBezTo>
                    <a:pt x="109286" y="449035"/>
                    <a:pt x="230301" y="476162"/>
                    <a:pt x="327322" y="427107"/>
                  </a:cubicBezTo>
                  <a:lnTo>
                    <a:pt x="423797" y="559894"/>
                  </a:lnTo>
                  <a:lnTo>
                    <a:pt x="387786" y="586057"/>
                  </a:lnTo>
                  <a:close/>
                </a:path>
              </a:pathLst>
            </a:custGeom>
            <a:solidFill>
              <a:srgbClr val="C00000"/>
            </a:solidFill>
            <a:ln w="6252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igura a mano libera: forma 9">
              <a:extLst>
                <a:ext uri="{FF2B5EF4-FFF2-40B4-BE49-F238E27FC236}">
                  <a16:creationId xmlns:a16="http://schemas.microsoft.com/office/drawing/2014/main" id="{870D9F1E-97A8-635A-9644-DC097150F72D}"/>
                </a:ext>
              </a:extLst>
            </p:cNvPr>
            <p:cNvSpPr/>
            <p:nvPr/>
          </p:nvSpPr>
          <p:spPr>
            <a:xfrm rot="1055181">
              <a:off x="4819195" y="2109233"/>
              <a:ext cx="676658" cy="451204"/>
            </a:xfrm>
            <a:custGeom>
              <a:avLst/>
              <a:gdLst>
                <a:gd name="connsiteX0" fmla="*/ 618581 w 676658"/>
                <a:gd name="connsiteY0" fmla="*/ 183206 h 451204"/>
                <a:gd name="connsiteX1" fmla="*/ 676833 w 676658"/>
                <a:gd name="connsiteY1" fmla="*/ 79350 h 451204"/>
                <a:gd name="connsiteX2" fmla="*/ 568661 w 676658"/>
                <a:gd name="connsiteY2" fmla="*/ 29568 h 451204"/>
                <a:gd name="connsiteX3" fmla="*/ 582557 w 676658"/>
                <a:gd name="connsiteY3" fmla="*/ 72334 h 451204"/>
                <a:gd name="connsiteX4" fmla="*/ 426526 w 676658"/>
                <a:gd name="connsiteY4" fmla="*/ 123030 h 451204"/>
                <a:gd name="connsiteX5" fmla="*/ 156084 w 676658"/>
                <a:gd name="connsiteY5" fmla="*/ 11406 h 451204"/>
                <a:gd name="connsiteX6" fmla="*/ 11274 w 676658"/>
                <a:gd name="connsiteY6" fmla="*/ 295607 h 451204"/>
                <a:gd name="connsiteX7" fmla="*/ 295474 w 676658"/>
                <a:gd name="connsiteY7" fmla="*/ 440411 h 451204"/>
                <a:gd name="connsiteX8" fmla="*/ 448730 w 676658"/>
                <a:gd name="connsiteY8" fmla="*/ 191595 h 451204"/>
                <a:gd name="connsiteX9" fmla="*/ 604823 w 676658"/>
                <a:gd name="connsiteY9" fmla="*/ 140873 h 451204"/>
                <a:gd name="connsiteX10" fmla="*/ 618581 w 676658"/>
                <a:gd name="connsiteY10" fmla="*/ 183206 h 451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6658" h="451204">
                  <a:moveTo>
                    <a:pt x="618581" y="183206"/>
                  </a:moveTo>
                  <a:lnTo>
                    <a:pt x="676833" y="79350"/>
                  </a:lnTo>
                  <a:lnTo>
                    <a:pt x="568661" y="29568"/>
                  </a:lnTo>
                  <a:lnTo>
                    <a:pt x="582557" y="72334"/>
                  </a:lnTo>
                  <a:lnTo>
                    <a:pt x="426526" y="123030"/>
                  </a:lnTo>
                  <a:cubicBezTo>
                    <a:pt x="376976" y="26048"/>
                    <a:pt x="262959" y="-23321"/>
                    <a:pt x="156084" y="11406"/>
                  </a:cubicBezTo>
                  <a:cubicBezTo>
                    <a:pt x="37618" y="49898"/>
                    <a:pt x="-27219" y="177141"/>
                    <a:pt x="11274" y="295607"/>
                  </a:cubicBezTo>
                  <a:cubicBezTo>
                    <a:pt x="49766" y="414072"/>
                    <a:pt x="177009" y="478903"/>
                    <a:pt x="295474" y="440411"/>
                  </a:cubicBezTo>
                  <a:cubicBezTo>
                    <a:pt x="402199" y="405734"/>
                    <a:pt x="465401" y="299021"/>
                    <a:pt x="448730" y="191595"/>
                  </a:cubicBezTo>
                  <a:lnTo>
                    <a:pt x="604823" y="140873"/>
                  </a:lnTo>
                  <a:lnTo>
                    <a:pt x="618581" y="183206"/>
                  </a:lnTo>
                  <a:close/>
                </a:path>
              </a:pathLst>
            </a:custGeom>
            <a:solidFill>
              <a:srgbClr val="4F92FF"/>
            </a:solidFill>
            <a:ln w="6252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4E2AD689-0A41-BC66-92F4-061578C11D66}"/>
                </a:ext>
              </a:extLst>
            </p:cNvPr>
            <p:cNvSpPr/>
            <p:nvPr/>
          </p:nvSpPr>
          <p:spPr>
            <a:xfrm rot="10800000">
              <a:off x="5869426" y="1181579"/>
              <a:ext cx="451082" cy="699804"/>
            </a:xfrm>
            <a:custGeom>
              <a:avLst/>
              <a:gdLst>
                <a:gd name="connsiteX0" fmla="*/ 306650 w 451082"/>
                <a:gd name="connsiteY0" fmla="*/ 87874 h 699804"/>
                <a:gd name="connsiteX1" fmla="*/ 225875 w 451082"/>
                <a:gd name="connsiteY1" fmla="*/ 382 h 699804"/>
                <a:gd name="connsiteX2" fmla="*/ 145100 w 451082"/>
                <a:gd name="connsiteY2" fmla="*/ 87874 h 699804"/>
                <a:gd name="connsiteX3" fmla="*/ 190064 w 451082"/>
                <a:gd name="connsiteY3" fmla="*/ 87874 h 699804"/>
                <a:gd name="connsiteX4" fmla="*/ 190064 w 451082"/>
                <a:gd name="connsiteY4" fmla="*/ 251930 h 699804"/>
                <a:gd name="connsiteX5" fmla="*/ 334 w 451082"/>
                <a:gd name="connsiteY5" fmla="*/ 474645 h 699804"/>
                <a:gd name="connsiteX6" fmla="*/ 225875 w 451082"/>
                <a:gd name="connsiteY6" fmla="*/ 700187 h 699804"/>
                <a:gd name="connsiteX7" fmla="*/ 451416 w 451082"/>
                <a:gd name="connsiteY7" fmla="*/ 474645 h 699804"/>
                <a:gd name="connsiteX8" fmla="*/ 262131 w 451082"/>
                <a:gd name="connsiteY8" fmla="*/ 252005 h 699804"/>
                <a:gd name="connsiteX9" fmla="*/ 262131 w 451082"/>
                <a:gd name="connsiteY9" fmla="*/ 87874 h 699804"/>
                <a:gd name="connsiteX10" fmla="*/ 306650 w 451082"/>
                <a:gd name="connsiteY10" fmla="*/ 87874 h 699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1082" h="699804">
                  <a:moveTo>
                    <a:pt x="306650" y="87874"/>
                  </a:moveTo>
                  <a:lnTo>
                    <a:pt x="225875" y="382"/>
                  </a:lnTo>
                  <a:lnTo>
                    <a:pt x="145100" y="87874"/>
                  </a:lnTo>
                  <a:lnTo>
                    <a:pt x="190064" y="87874"/>
                  </a:lnTo>
                  <a:lnTo>
                    <a:pt x="190064" y="251930"/>
                  </a:lnTo>
                  <a:cubicBezTo>
                    <a:pt x="82519" y="269090"/>
                    <a:pt x="334" y="362270"/>
                    <a:pt x="334" y="474645"/>
                  </a:cubicBezTo>
                  <a:cubicBezTo>
                    <a:pt x="334" y="599207"/>
                    <a:pt x="101314" y="700187"/>
                    <a:pt x="225875" y="700187"/>
                  </a:cubicBezTo>
                  <a:cubicBezTo>
                    <a:pt x="350437" y="700187"/>
                    <a:pt x="451416" y="599207"/>
                    <a:pt x="451416" y="474645"/>
                  </a:cubicBezTo>
                  <a:cubicBezTo>
                    <a:pt x="451416" y="362426"/>
                    <a:pt x="369457" y="269347"/>
                    <a:pt x="262131" y="252005"/>
                  </a:cubicBezTo>
                  <a:lnTo>
                    <a:pt x="262131" y="87874"/>
                  </a:lnTo>
                  <a:lnTo>
                    <a:pt x="306650" y="87874"/>
                  </a:lnTo>
                  <a:close/>
                </a:path>
              </a:pathLst>
            </a:custGeom>
            <a:solidFill>
              <a:srgbClr val="4E88E7"/>
            </a:solidFill>
            <a:ln w="6252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igura a mano libera: forma 11">
              <a:extLst>
                <a:ext uri="{FF2B5EF4-FFF2-40B4-BE49-F238E27FC236}">
                  <a16:creationId xmlns:a16="http://schemas.microsoft.com/office/drawing/2014/main" id="{819A4D2D-9087-DE88-EBCA-F7978298E2E3}"/>
                </a:ext>
              </a:extLst>
            </p:cNvPr>
            <p:cNvSpPr/>
            <p:nvPr/>
          </p:nvSpPr>
          <p:spPr>
            <a:xfrm rot="20553299">
              <a:off x="6629496" y="2124410"/>
              <a:ext cx="676653" cy="451204"/>
            </a:xfrm>
            <a:custGeom>
              <a:avLst/>
              <a:gdLst>
                <a:gd name="connsiteX0" fmla="*/ 108630 w 676653"/>
                <a:gd name="connsiteY0" fmla="*/ 29568 h 451204"/>
                <a:gd name="connsiteX1" fmla="*/ 458 w 676653"/>
                <a:gd name="connsiteY1" fmla="*/ 79350 h 451204"/>
                <a:gd name="connsiteX2" fmla="*/ 58710 w 676653"/>
                <a:gd name="connsiteY2" fmla="*/ 183205 h 451204"/>
                <a:gd name="connsiteX3" fmla="*/ 72606 w 676653"/>
                <a:gd name="connsiteY3" fmla="*/ 140446 h 451204"/>
                <a:gd name="connsiteX4" fmla="*/ 228630 w 676653"/>
                <a:gd name="connsiteY4" fmla="*/ 191143 h 451204"/>
                <a:gd name="connsiteX5" fmla="*/ 381817 w 676653"/>
                <a:gd name="connsiteY5" fmla="*/ 440410 h 451204"/>
                <a:gd name="connsiteX6" fmla="*/ 666011 w 676653"/>
                <a:gd name="connsiteY6" fmla="*/ 295606 h 451204"/>
                <a:gd name="connsiteX7" fmla="*/ 521207 w 676653"/>
                <a:gd name="connsiteY7" fmla="*/ 11405 h 451204"/>
                <a:gd name="connsiteX8" fmla="*/ 250971 w 676653"/>
                <a:gd name="connsiteY8" fmla="*/ 122622 h 451204"/>
                <a:gd name="connsiteX9" fmla="*/ 94872 w 676653"/>
                <a:gd name="connsiteY9" fmla="*/ 71901 h 451204"/>
                <a:gd name="connsiteX10" fmla="*/ 108630 w 676653"/>
                <a:gd name="connsiteY10" fmla="*/ 29568 h 451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6653" h="451204">
                  <a:moveTo>
                    <a:pt x="108630" y="29568"/>
                  </a:moveTo>
                  <a:lnTo>
                    <a:pt x="458" y="79350"/>
                  </a:lnTo>
                  <a:lnTo>
                    <a:pt x="58710" y="183205"/>
                  </a:lnTo>
                  <a:lnTo>
                    <a:pt x="72606" y="140446"/>
                  </a:lnTo>
                  <a:lnTo>
                    <a:pt x="228630" y="191143"/>
                  </a:lnTo>
                  <a:cubicBezTo>
                    <a:pt x="211715" y="298726"/>
                    <a:pt x="274941" y="405683"/>
                    <a:pt x="381817" y="440410"/>
                  </a:cubicBezTo>
                  <a:cubicBezTo>
                    <a:pt x="500282" y="478902"/>
                    <a:pt x="627519" y="414072"/>
                    <a:pt x="666011" y="295606"/>
                  </a:cubicBezTo>
                  <a:cubicBezTo>
                    <a:pt x="704503" y="177134"/>
                    <a:pt x="639673" y="49898"/>
                    <a:pt x="521207" y="11405"/>
                  </a:cubicBezTo>
                  <a:cubicBezTo>
                    <a:pt x="414483" y="-23271"/>
                    <a:pt x="300634" y="25909"/>
                    <a:pt x="250971" y="122622"/>
                  </a:cubicBezTo>
                  <a:lnTo>
                    <a:pt x="94872" y="71901"/>
                  </a:lnTo>
                  <a:lnTo>
                    <a:pt x="108630" y="29568"/>
                  </a:lnTo>
                  <a:close/>
                </a:path>
              </a:pathLst>
            </a:custGeom>
            <a:solidFill>
              <a:srgbClr val="507FCC"/>
            </a:solidFill>
            <a:ln w="6252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igura a mano libera: forma 12">
              <a:extLst>
                <a:ext uri="{FF2B5EF4-FFF2-40B4-BE49-F238E27FC236}">
                  <a16:creationId xmlns:a16="http://schemas.microsoft.com/office/drawing/2014/main" id="{631A3F74-1D88-C319-DCFD-52F8C1AD3B5E}"/>
                </a:ext>
              </a:extLst>
            </p:cNvPr>
            <p:cNvSpPr/>
            <p:nvPr/>
          </p:nvSpPr>
          <p:spPr>
            <a:xfrm rot="264648">
              <a:off x="6514906" y="1408587"/>
              <a:ext cx="518240" cy="609244"/>
            </a:xfrm>
            <a:custGeom>
              <a:avLst/>
              <a:gdLst>
                <a:gd name="connsiteX0" fmla="*/ 422 w 518240"/>
                <a:gd name="connsiteY0" fmla="*/ 491104 h 609244"/>
                <a:gd name="connsiteX1" fmla="*/ 14337 w 518240"/>
                <a:gd name="connsiteY1" fmla="*/ 609363 h 609244"/>
                <a:gd name="connsiteX2" fmla="*/ 131111 w 518240"/>
                <a:gd name="connsiteY2" fmla="*/ 586057 h 609244"/>
                <a:gd name="connsiteX3" fmla="*/ 94736 w 518240"/>
                <a:gd name="connsiteY3" fmla="*/ 559631 h 609244"/>
                <a:gd name="connsiteX4" fmla="*/ 191167 w 518240"/>
                <a:gd name="connsiteY4" fmla="*/ 426906 h 609244"/>
                <a:gd name="connsiteX5" fmla="*/ 475575 w 518240"/>
                <a:gd name="connsiteY5" fmla="*/ 358248 h 609244"/>
                <a:gd name="connsiteX6" fmla="*/ 425674 w 518240"/>
                <a:gd name="connsiteY6" fmla="*/ 43211 h 609244"/>
                <a:gd name="connsiteX7" fmla="*/ 110637 w 518240"/>
                <a:gd name="connsiteY7" fmla="*/ 93105 h 609244"/>
                <a:gd name="connsiteX8" fmla="*/ 132902 w 518240"/>
                <a:gd name="connsiteY8" fmla="*/ 384486 h 609244"/>
                <a:gd name="connsiteX9" fmla="*/ 36433 w 518240"/>
                <a:gd name="connsiteY9" fmla="*/ 517267 h 609244"/>
                <a:gd name="connsiteX10" fmla="*/ 422 w 518240"/>
                <a:gd name="connsiteY10" fmla="*/ 491104 h 60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8240" h="609244">
                  <a:moveTo>
                    <a:pt x="422" y="491104"/>
                  </a:moveTo>
                  <a:lnTo>
                    <a:pt x="14337" y="609363"/>
                  </a:lnTo>
                  <a:lnTo>
                    <a:pt x="131111" y="586057"/>
                  </a:lnTo>
                  <a:lnTo>
                    <a:pt x="94736" y="559631"/>
                  </a:lnTo>
                  <a:lnTo>
                    <a:pt x="191167" y="426906"/>
                  </a:lnTo>
                  <a:cubicBezTo>
                    <a:pt x="288256" y="476237"/>
                    <a:pt x="409516" y="449160"/>
                    <a:pt x="475575" y="358248"/>
                  </a:cubicBezTo>
                  <a:cubicBezTo>
                    <a:pt x="548788" y="257469"/>
                    <a:pt x="526447" y="116424"/>
                    <a:pt x="425674" y="43211"/>
                  </a:cubicBezTo>
                  <a:cubicBezTo>
                    <a:pt x="324901" y="-30009"/>
                    <a:pt x="183856" y="-7668"/>
                    <a:pt x="110637" y="93105"/>
                  </a:cubicBezTo>
                  <a:cubicBezTo>
                    <a:pt x="44678" y="183892"/>
                    <a:pt x="56275" y="307370"/>
                    <a:pt x="132902" y="384486"/>
                  </a:cubicBezTo>
                  <a:lnTo>
                    <a:pt x="36433" y="517267"/>
                  </a:lnTo>
                  <a:lnTo>
                    <a:pt x="422" y="491104"/>
                  </a:lnTo>
                  <a:close/>
                </a:path>
              </a:pathLst>
            </a:custGeom>
            <a:solidFill>
              <a:srgbClr val="415C87"/>
            </a:solidFill>
            <a:ln w="6252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igura a mano libera: forma 13">
              <a:extLst>
                <a:ext uri="{FF2B5EF4-FFF2-40B4-BE49-F238E27FC236}">
                  <a16:creationId xmlns:a16="http://schemas.microsoft.com/office/drawing/2014/main" id="{79DD91AF-4C42-F535-7503-6972B283491A}"/>
                </a:ext>
              </a:extLst>
            </p:cNvPr>
            <p:cNvSpPr/>
            <p:nvPr/>
          </p:nvSpPr>
          <p:spPr>
            <a:xfrm>
              <a:off x="5525959" y="1946429"/>
              <a:ext cx="1085760" cy="1046406"/>
            </a:xfrm>
            <a:custGeom>
              <a:avLst/>
              <a:gdLst>
                <a:gd name="connsiteX0" fmla="*/ 298 w 902164"/>
                <a:gd name="connsiteY0" fmla="*/ 451301 h 902165"/>
                <a:gd name="connsiteX1" fmla="*/ 451380 w 902164"/>
                <a:gd name="connsiteY1" fmla="*/ 902383 h 902165"/>
                <a:gd name="connsiteX2" fmla="*/ 902463 w 902164"/>
                <a:gd name="connsiteY2" fmla="*/ 451301 h 902165"/>
                <a:gd name="connsiteX3" fmla="*/ 451380 w 902164"/>
                <a:gd name="connsiteY3" fmla="*/ 218 h 902165"/>
                <a:gd name="connsiteX4" fmla="*/ 298 w 902164"/>
                <a:gd name="connsiteY4" fmla="*/ 451301 h 902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164" h="902165">
                  <a:moveTo>
                    <a:pt x="298" y="451301"/>
                  </a:moveTo>
                  <a:cubicBezTo>
                    <a:pt x="298" y="700427"/>
                    <a:pt x="202255" y="902383"/>
                    <a:pt x="451380" y="902383"/>
                  </a:cubicBezTo>
                  <a:cubicBezTo>
                    <a:pt x="700506" y="902383"/>
                    <a:pt x="902463" y="700427"/>
                    <a:pt x="902463" y="451301"/>
                  </a:cubicBezTo>
                  <a:cubicBezTo>
                    <a:pt x="902463" y="202175"/>
                    <a:pt x="700506" y="218"/>
                    <a:pt x="451380" y="218"/>
                  </a:cubicBezTo>
                  <a:cubicBezTo>
                    <a:pt x="202255" y="218"/>
                    <a:pt x="298" y="202175"/>
                    <a:pt x="298" y="451301"/>
                  </a:cubicBezTo>
                </a:path>
              </a:pathLst>
            </a:custGeom>
            <a:solidFill>
              <a:schemeClr val="accent1"/>
            </a:solidFill>
            <a:ln w="6252" cap="rnd">
              <a:noFill/>
              <a:prstDash val="solid"/>
              <a:round/>
            </a:ln>
          </p:spPr>
          <p:txBody>
            <a:bodyPr rtlCol="0" anchor="b"/>
            <a:lstStyle/>
            <a:p>
              <a:pPr algn="ctr"/>
              <a:r>
                <a:rPr lang="it-IT" sz="11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Least</a:t>
              </a:r>
              <a:r>
                <a:rPr lang="it-IT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it-IT" sz="11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Privilege</a:t>
              </a:r>
              <a:r>
                <a:rPr lang="it-IT" sz="11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Zero trust</a:t>
              </a: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9453BA8F-44C5-65B0-0F76-13E5EF472EBC}"/>
                </a:ext>
              </a:extLst>
            </p:cNvPr>
            <p:cNvSpPr txBox="1"/>
            <p:nvPr/>
          </p:nvSpPr>
          <p:spPr>
            <a:xfrm>
              <a:off x="4314624" y="1293298"/>
              <a:ext cx="1035965" cy="698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Modello IAM Avanzato</a:t>
              </a:r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337FE144-A0D9-AA09-CF47-62587DCCFD49}"/>
                </a:ext>
              </a:extLst>
            </p:cNvPr>
            <p:cNvSpPr txBox="1"/>
            <p:nvPr/>
          </p:nvSpPr>
          <p:spPr>
            <a:xfrm>
              <a:off x="7007288" y="1357961"/>
              <a:ext cx="1339880" cy="493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Segmentazione</a:t>
              </a:r>
            </a:p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 Logica </a:t>
              </a:r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F954B561-04CC-B62B-21E9-C04A2034A1E4}"/>
                </a:ext>
              </a:extLst>
            </p:cNvPr>
            <p:cNvSpPr txBox="1"/>
            <p:nvPr/>
          </p:nvSpPr>
          <p:spPr>
            <a:xfrm>
              <a:off x="3934059" y="2053441"/>
              <a:ext cx="1053501" cy="493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VPC Endpoints</a:t>
              </a: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491C3B47-1FBA-A649-8B8B-6B96AA3BE2CE}"/>
                </a:ext>
              </a:extLst>
            </p:cNvPr>
            <p:cNvSpPr txBox="1"/>
            <p:nvPr/>
          </p:nvSpPr>
          <p:spPr>
            <a:xfrm>
              <a:off x="7305185" y="2148887"/>
              <a:ext cx="944113" cy="2877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IAM </a:t>
              </a:r>
              <a:r>
                <a:rPr lang="it-IT" sz="1500" spc="0" baseline="0" dirty="0" err="1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Roles</a:t>
              </a:r>
              <a:endParaRPr lang="it-IT" sz="1500" spc="0" baseline="0" dirty="0">
                <a:ln/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  <a:rtl val="0"/>
              </a:endParaRPr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523894F8-B0CD-23EA-2049-9D4C41EC8031}"/>
                </a:ext>
              </a:extLst>
            </p:cNvPr>
            <p:cNvSpPr txBox="1"/>
            <p:nvPr/>
          </p:nvSpPr>
          <p:spPr>
            <a:xfrm>
              <a:off x="5412889" y="927357"/>
              <a:ext cx="1773946" cy="287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it-IT" sz="1500" spc="0" baseline="0" dirty="0">
                  <a:ln/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Controlli di Rete</a:t>
              </a:r>
            </a:p>
          </p:txBody>
        </p:sp>
        <p:sp>
          <p:nvSpPr>
            <p:cNvPr id="21" name="Figura a mano libera: forma 20">
              <a:extLst>
                <a:ext uri="{FF2B5EF4-FFF2-40B4-BE49-F238E27FC236}">
                  <a16:creationId xmlns:a16="http://schemas.microsoft.com/office/drawing/2014/main" id="{A9C6E3AB-A260-257A-FC07-CF8F1A48713B}"/>
                </a:ext>
              </a:extLst>
            </p:cNvPr>
            <p:cNvSpPr/>
            <p:nvPr/>
          </p:nvSpPr>
          <p:spPr>
            <a:xfrm>
              <a:off x="5244033" y="1545650"/>
              <a:ext cx="281926" cy="250601"/>
            </a:xfrm>
            <a:custGeom>
              <a:avLst/>
              <a:gdLst>
                <a:gd name="connsiteX0" fmla="*/ 25307 w 281926"/>
                <a:gd name="connsiteY0" fmla="*/ 151745 h 250601"/>
                <a:gd name="connsiteX1" fmla="*/ 50368 w 281926"/>
                <a:gd name="connsiteY1" fmla="*/ 126685 h 250601"/>
                <a:gd name="connsiteX2" fmla="*/ 25307 w 281926"/>
                <a:gd name="connsiteY2" fmla="*/ 101625 h 250601"/>
                <a:gd name="connsiteX3" fmla="*/ 247 w 281926"/>
                <a:gd name="connsiteY3" fmla="*/ 126685 h 250601"/>
                <a:gd name="connsiteX4" fmla="*/ 25307 w 281926"/>
                <a:gd name="connsiteY4" fmla="*/ 151745 h 250601"/>
                <a:gd name="connsiteX5" fmla="*/ 257114 w 281926"/>
                <a:gd name="connsiteY5" fmla="*/ 151745 h 250601"/>
                <a:gd name="connsiteX6" fmla="*/ 282174 w 281926"/>
                <a:gd name="connsiteY6" fmla="*/ 126685 h 250601"/>
                <a:gd name="connsiteX7" fmla="*/ 257114 w 281926"/>
                <a:gd name="connsiteY7" fmla="*/ 101625 h 250601"/>
                <a:gd name="connsiteX8" fmla="*/ 232054 w 281926"/>
                <a:gd name="connsiteY8" fmla="*/ 126685 h 250601"/>
                <a:gd name="connsiteX9" fmla="*/ 257114 w 281926"/>
                <a:gd name="connsiteY9" fmla="*/ 151745 h 250601"/>
                <a:gd name="connsiteX10" fmla="*/ 27608 w 281926"/>
                <a:gd name="connsiteY10" fmla="*/ 101741 h 250601"/>
                <a:gd name="connsiteX11" fmla="*/ 62897 w 281926"/>
                <a:gd name="connsiteY11" fmla="*/ 40226 h 250601"/>
                <a:gd name="connsiteX12" fmla="*/ 254638 w 281926"/>
                <a:gd name="connsiteY12" fmla="*/ 151629 h 250601"/>
                <a:gd name="connsiteX13" fmla="*/ 219269 w 281926"/>
                <a:gd name="connsiteY13" fmla="*/ 212055 h 250601"/>
                <a:gd name="connsiteX14" fmla="*/ 173162 w 281926"/>
                <a:gd name="connsiteY14" fmla="*/ 126681 h 250601"/>
                <a:gd name="connsiteX15" fmla="*/ 183186 w 281926"/>
                <a:gd name="connsiteY15" fmla="*/ 168031 h 250601"/>
                <a:gd name="connsiteX16" fmla="*/ 141837 w 281926"/>
                <a:gd name="connsiteY16" fmla="*/ 158006 h 250601"/>
                <a:gd name="connsiteX17" fmla="*/ 100488 w 281926"/>
                <a:gd name="connsiteY17" fmla="*/ 168031 h 250601"/>
                <a:gd name="connsiteX18" fmla="*/ 110512 w 281926"/>
                <a:gd name="connsiteY18" fmla="*/ 126681 h 250601"/>
                <a:gd name="connsiteX19" fmla="*/ 100488 w 281926"/>
                <a:gd name="connsiteY19" fmla="*/ 85332 h 250601"/>
                <a:gd name="connsiteX20" fmla="*/ 141837 w 281926"/>
                <a:gd name="connsiteY20" fmla="*/ 95356 h 250601"/>
                <a:gd name="connsiteX21" fmla="*/ 183186 w 281926"/>
                <a:gd name="connsiteY21" fmla="*/ 85332 h 250601"/>
                <a:gd name="connsiteX22" fmla="*/ 173162 w 281926"/>
                <a:gd name="connsiteY22" fmla="*/ 126681 h 250601"/>
                <a:gd name="connsiteX23" fmla="*/ 50368 w 281926"/>
                <a:gd name="connsiteY23" fmla="*/ 126685 h 250601"/>
                <a:gd name="connsiteX24" fmla="*/ 110511 w 281926"/>
                <a:gd name="connsiteY24" fmla="*/ 126685 h 250601"/>
                <a:gd name="connsiteX25" fmla="*/ 173161 w 281926"/>
                <a:gd name="connsiteY25" fmla="*/ 126685 h 250601"/>
                <a:gd name="connsiteX26" fmla="*/ 232054 w 281926"/>
                <a:gd name="connsiteY26" fmla="*/ 126685 h 250601"/>
                <a:gd name="connsiteX27" fmla="*/ 25307 w 281926"/>
                <a:gd name="connsiteY27" fmla="*/ 151745 h 250601"/>
                <a:gd name="connsiteX28" fmla="*/ 50368 w 281926"/>
                <a:gd name="connsiteY28" fmla="*/ 126685 h 250601"/>
                <a:gd name="connsiteX29" fmla="*/ 25307 w 281926"/>
                <a:gd name="connsiteY29" fmla="*/ 101625 h 250601"/>
                <a:gd name="connsiteX30" fmla="*/ 247 w 281926"/>
                <a:gd name="connsiteY30" fmla="*/ 126685 h 250601"/>
                <a:gd name="connsiteX31" fmla="*/ 25307 w 281926"/>
                <a:gd name="connsiteY31" fmla="*/ 151745 h 250601"/>
                <a:gd name="connsiteX32" fmla="*/ 257114 w 281926"/>
                <a:gd name="connsiteY32" fmla="*/ 151745 h 250601"/>
                <a:gd name="connsiteX33" fmla="*/ 282174 w 281926"/>
                <a:gd name="connsiteY33" fmla="*/ 126685 h 250601"/>
                <a:gd name="connsiteX34" fmla="*/ 257114 w 281926"/>
                <a:gd name="connsiteY34" fmla="*/ 101625 h 250601"/>
                <a:gd name="connsiteX35" fmla="*/ 232054 w 281926"/>
                <a:gd name="connsiteY35" fmla="*/ 126685 h 250601"/>
                <a:gd name="connsiteX36" fmla="*/ 257114 w 281926"/>
                <a:gd name="connsiteY36" fmla="*/ 151745 h 250601"/>
                <a:gd name="connsiteX37" fmla="*/ 84198 w 281926"/>
                <a:gd name="connsiteY37" fmla="*/ 250731 h 250601"/>
                <a:gd name="connsiteX38" fmla="*/ 109258 w 281926"/>
                <a:gd name="connsiteY38" fmla="*/ 225671 h 250601"/>
                <a:gd name="connsiteX39" fmla="*/ 84198 w 281926"/>
                <a:gd name="connsiteY39" fmla="*/ 200611 h 250601"/>
                <a:gd name="connsiteX40" fmla="*/ 59138 w 281926"/>
                <a:gd name="connsiteY40" fmla="*/ 225671 h 250601"/>
                <a:gd name="connsiteX41" fmla="*/ 84198 w 281926"/>
                <a:gd name="connsiteY41" fmla="*/ 250731 h 250601"/>
                <a:gd name="connsiteX42" fmla="*/ 199475 w 281926"/>
                <a:gd name="connsiteY42" fmla="*/ 50250 h 250601"/>
                <a:gd name="connsiteX43" fmla="*/ 224535 w 281926"/>
                <a:gd name="connsiteY43" fmla="*/ 25190 h 250601"/>
                <a:gd name="connsiteX44" fmla="*/ 199475 w 281926"/>
                <a:gd name="connsiteY44" fmla="*/ 130 h 250601"/>
                <a:gd name="connsiteX45" fmla="*/ 174415 w 281926"/>
                <a:gd name="connsiteY45" fmla="*/ 25190 h 250601"/>
                <a:gd name="connsiteX46" fmla="*/ 199475 w 281926"/>
                <a:gd name="connsiteY46" fmla="*/ 50250 h 250601"/>
                <a:gd name="connsiteX47" fmla="*/ 198221 w 281926"/>
                <a:gd name="connsiteY47" fmla="*/ 250731 h 250601"/>
                <a:gd name="connsiteX48" fmla="*/ 223281 w 281926"/>
                <a:gd name="connsiteY48" fmla="*/ 225671 h 250601"/>
                <a:gd name="connsiteX49" fmla="*/ 198221 w 281926"/>
                <a:gd name="connsiteY49" fmla="*/ 200611 h 250601"/>
                <a:gd name="connsiteX50" fmla="*/ 173161 w 281926"/>
                <a:gd name="connsiteY50" fmla="*/ 225671 h 250601"/>
                <a:gd name="connsiteX51" fmla="*/ 198221 w 281926"/>
                <a:gd name="connsiteY51" fmla="*/ 250731 h 250601"/>
                <a:gd name="connsiteX52" fmla="*/ 82945 w 281926"/>
                <a:gd name="connsiteY52" fmla="*/ 50250 h 250601"/>
                <a:gd name="connsiteX53" fmla="*/ 108006 w 281926"/>
                <a:gd name="connsiteY53" fmla="*/ 25190 h 250601"/>
                <a:gd name="connsiteX54" fmla="*/ 82945 w 281926"/>
                <a:gd name="connsiteY54" fmla="*/ 130 h 250601"/>
                <a:gd name="connsiteX55" fmla="*/ 57885 w 281926"/>
                <a:gd name="connsiteY55" fmla="*/ 25190 h 250601"/>
                <a:gd name="connsiteX56" fmla="*/ 82945 w 281926"/>
                <a:gd name="connsiteY56" fmla="*/ 50250 h 250601"/>
                <a:gd name="connsiteX57" fmla="*/ 105921 w 281926"/>
                <a:gd name="connsiteY57" fmla="*/ 15164 h 250601"/>
                <a:gd name="connsiteX58" fmla="*/ 141211 w 281926"/>
                <a:gd name="connsiteY58" fmla="*/ 10152 h 250601"/>
                <a:gd name="connsiteX59" fmla="*/ 176500 w 281926"/>
                <a:gd name="connsiteY59" fmla="*/ 15164 h 250601"/>
                <a:gd name="connsiteX60" fmla="*/ 176542 w 281926"/>
                <a:gd name="connsiteY60" fmla="*/ 238200 h 250601"/>
                <a:gd name="connsiteX61" fmla="*/ 141211 w 281926"/>
                <a:gd name="connsiteY61" fmla="*/ 243212 h 250601"/>
                <a:gd name="connsiteX62" fmla="*/ 105880 w 281926"/>
                <a:gd name="connsiteY62" fmla="*/ 238200 h 250601"/>
                <a:gd name="connsiteX63" fmla="*/ 220776 w 281926"/>
                <a:gd name="connsiteY63" fmla="*/ 40226 h 250601"/>
                <a:gd name="connsiteX64" fmla="*/ 255861 w 281926"/>
                <a:gd name="connsiteY64" fmla="*/ 100370 h 250601"/>
                <a:gd name="connsiteX65" fmla="*/ 63093 w 281926"/>
                <a:gd name="connsiteY65" fmla="*/ 212065 h 250601"/>
                <a:gd name="connsiteX66" fmla="*/ 27706 w 281926"/>
                <a:gd name="connsiteY66" fmla="*/ 151616 h 25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81926" h="250601">
                  <a:moveTo>
                    <a:pt x="25307" y="151745"/>
                  </a:moveTo>
                  <a:cubicBezTo>
                    <a:pt x="39148" y="151745"/>
                    <a:pt x="50368" y="140526"/>
                    <a:pt x="50368" y="126685"/>
                  </a:cubicBezTo>
                  <a:cubicBezTo>
                    <a:pt x="50368" y="112844"/>
                    <a:pt x="39148" y="101625"/>
                    <a:pt x="25307" y="101625"/>
                  </a:cubicBezTo>
                  <a:cubicBezTo>
                    <a:pt x="11467" y="101625"/>
                    <a:pt x="247" y="112844"/>
                    <a:pt x="247" y="126685"/>
                  </a:cubicBezTo>
                  <a:cubicBezTo>
                    <a:pt x="247" y="140526"/>
                    <a:pt x="11467" y="151745"/>
                    <a:pt x="25307" y="151745"/>
                  </a:cubicBezTo>
                  <a:close/>
                  <a:moveTo>
                    <a:pt x="257114" y="151745"/>
                  </a:moveTo>
                  <a:cubicBezTo>
                    <a:pt x="270954" y="151745"/>
                    <a:pt x="282174" y="140526"/>
                    <a:pt x="282174" y="126685"/>
                  </a:cubicBezTo>
                  <a:cubicBezTo>
                    <a:pt x="282174" y="112844"/>
                    <a:pt x="270954" y="101625"/>
                    <a:pt x="257114" y="101625"/>
                  </a:cubicBezTo>
                  <a:cubicBezTo>
                    <a:pt x="243273" y="101625"/>
                    <a:pt x="232054" y="112844"/>
                    <a:pt x="232054" y="126685"/>
                  </a:cubicBezTo>
                  <a:cubicBezTo>
                    <a:pt x="232054" y="140526"/>
                    <a:pt x="243273" y="151745"/>
                    <a:pt x="257114" y="151745"/>
                  </a:cubicBezTo>
                  <a:close/>
                  <a:moveTo>
                    <a:pt x="27608" y="101741"/>
                  </a:moveTo>
                  <a:cubicBezTo>
                    <a:pt x="32620" y="77934"/>
                    <a:pt x="45355" y="55262"/>
                    <a:pt x="62897" y="40226"/>
                  </a:cubicBezTo>
                  <a:moveTo>
                    <a:pt x="254638" y="151629"/>
                  </a:moveTo>
                  <a:cubicBezTo>
                    <a:pt x="249626" y="175436"/>
                    <a:pt x="236811" y="197019"/>
                    <a:pt x="219269" y="212055"/>
                  </a:cubicBezTo>
                  <a:moveTo>
                    <a:pt x="173162" y="126681"/>
                  </a:moveTo>
                  <a:cubicBezTo>
                    <a:pt x="173162" y="141717"/>
                    <a:pt x="176921" y="155500"/>
                    <a:pt x="183186" y="168031"/>
                  </a:cubicBezTo>
                  <a:cubicBezTo>
                    <a:pt x="170656" y="161765"/>
                    <a:pt x="156873" y="158006"/>
                    <a:pt x="141837" y="158006"/>
                  </a:cubicBezTo>
                  <a:cubicBezTo>
                    <a:pt x="126801" y="158006"/>
                    <a:pt x="113018" y="161765"/>
                    <a:pt x="100488" y="168031"/>
                  </a:cubicBezTo>
                  <a:cubicBezTo>
                    <a:pt x="106753" y="155500"/>
                    <a:pt x="110512" y="141717"/>
                    <a:pt x="110512" y="126681"/>
                  </a:cubicBezTo>
                  <a:cubicBezTo>
                    <a:pt x="110512" y="111645"/>
                    <a:pt x="106753" y="97862"/>
                    <a:pt x="100488" y="85332"/>
                  </a:cubicBezTo>
                  <a:cubicBezTo>
                    <a:pt x="113018" y="91597"/>
                    <a:pt x="126801" y="95356"/>
                    <a:pt x="141837" y="95356"/>
                  </a:cubicBezTo>
                  <a:cubicBezTo>
                    <a:pt x="156873" y="95356"/>
                    <a:pt x="170656" y="91597"/>
                    <a:pt x="183186" y="85332"/>
                  </a:cubicBezTo>
                  <a:cubicBezTo>
                    <a:pt x="176921" y="96609"/>
                    <a:pt x="173162" y="111645"/>
                    <a:pt x="173162" y="126681"/>
                  </a:cubicBezTo>
                  <a:close/>
                  <a:moveTo>
                    <a:pt x="50368" y="126685"/>
                  </a:moveTo>
                  <a:lnTo>
                    <a:pt x="110511" y="126685"/>
                  </a:lnTo>
                  <a:moveTo>
                    <a:pt x="173161" y="126685"/>
                  </a:moveTo>
                  <a:lnTo>
                    <a:pt x="232054" y="126685"/>
                  </a:lnTo>
                  <a:moveTo>
                    <a:pt x="25307" y="151745"/>
                  </a:moveTo>
                  <a:cubicBezTo>
                    <a:pt x="39148" y="151745"/>
                    <a:pt x="50368" y="140526"/>
                    <a:pt x="50368" y="126685"/>
                  </a:cubicBezTo>
                  <a:cubicBezTo>
                    <a:pt x="50368" y="112844"/>
                    <a:pt x="39148" y="101625"/>
                    <a:pt x="25307" y="101625"/>
                  </a:cubicBezTo>
                  <a:cubicBezTo>
                    <a:pt x="11467" y="101625"/>
                    <a:pt x="247" y="112844"/>
                    <a:pt x="247" y="126685"/>
                  </a:cubicBezTo>
                  <a:cubicBezTo>
                    <a:pt x="247" y="140526"/>
                    <a:pt x="11467" y="151745"/>
                    <a:pt x="25307" y="151745"/>
                  </a:cubicBezTo>
                  <a:close/>
                  <a:moveTo>
                    <a:pt x="257114" y="151745"/>
                  </a:moveTo>
                  <a:cubicBezTo>
                    <a:pt x="270954" y="151745"/>
                    <a:pt x="282174" y="140526"/>
                    <a:pt x="282174" y="126685"/>
                  </a:cubicBezTo>
                  <a:cubicBezTo>
                    <a:pt x="282174" y="112844"/>
                    <a:pt x="270954" y="101625"/>
                    <a:pt x="257114" y="101625"/>
                  </a:cubicBezTo>
                  <a:cubicBezTo>
                    <a:pt x="243273" y="101625"/>
                    <a:pt x="232054" y="112844"/>
                    <a:pt x="232054" y="126685"/>
                  </a:cubicBezTo>
                  <a:cubicBezTo>
                    <a:pt x="232054" y="140526"/>
                    <a:pt x="243273" y="151745"/>
                    <a:pt x="257114" y="151745"/>
                  </a:cubicBezTo>
                  <a:close/>
                  <a:moveTo>
                    <a:pt x="84198" y="250731"/>
                  </a:moveTo>
                  <a:cubicBezTo>
                    <a:pt x="98038" y="250731"/>
                    <a:pt x="109258" y="239512"/>
                    <a:pt x="109258" y="225671"/>
                  </a:cubicBezTo>
                  <a:cubicBezTo>
                    <a:pt x="109258" y="211831"/>
                    <a:pt x="98038" y="200611"/>
                    <a:pt x="84198" y="200611"/>
                  </a:cubicBezTo>
                  <a:cubicBezTo>
                    <a:pt x="70358" y="200611"/>
                    <a:pt x="59138" y="211831"/>
                    <a:pt x="59138" y="225671"/>
                  </a:cubicBezTo>
                  <a:cubicBezTo>
                    <a:pt x="59138" y="239512"/>
                    <a:pt x="70358" y="250731"/>
                    <a:pt x="84198" y="250731"/>
                  </a:cubicBezTo>
                  <a:close/>
                  <a:moveTo>
                    <a:pt x="199475" y="50250"/>
                  </a:moveTo>
                  <a:cubicBezTo>
                    <a:pt x="213316" y="50250"/>
                    <a:pt x="224535" y="39031"/>
                    <a:pt x="224535" y="25190"/>
                  </a:cubicBezTo>
                  <a:cubicBezTo>
                    <a:pt x="224535" y="11350"/>
                    <a:pt x="213316" y="130"/>
                    <a:pt x="199475" y="130"/>
                  </a:cubicBezTo>
                  <a:cubicBezTo>
                    <a:pt x="185636" y="130"/>
                    <a:pt x="174415" y="11350"/>
                    <a:pt x="174415" y="25190"/>
                  </a:cubicBezTo>
                  <a:cubicBezTo>
                    <a:pt x="174415" y="39031"/>
                    <a:pt x="185636" y="50250"/>
                    <a:pt x="199475" y="50250"/>
                  </a:cubicBezTo>
                  <a:close/>
                  <a:moveTo>
                    <a:pt x="198221" y="250731"/>
                  </a:moveTo>
                  <a:cubicBezTo>
                    <a:pt x="212062" y="250731"/>
                    <a:pt x="223281" y="239512"/>
                    <a:pt x="223281" y="225671"/>
                  </a:cubicBezTo>
                  <a:cubicBezTo>
                    <a:pt x="223281" y="211831"/>
                    <a:pt x="212062" y="200611"/>
                    <a:pt x="198221" y="200611"/>
                  </a:cubicBezTo>
                  <a:cubicBezTo>
                    <a:pt x="184382" y="200611"/>
                    <a:pt x="173161" y="211831"/>
                    <a:pt x="173161" y="225671"/>
                  </a:cubicBezTo>
                  <a:cubicBezTo>
                    <a:pt x="173161" y="239512"/>
                    <a:pt x="184382" y="250731"/>
                    <a:pt x="198221" y="250731"/>
                  </a:cubicBezTo>
                  <a:close/>
                  <a:moveTo>
                    <a:pt x="82945" y="50250"/>
                  </a:moveTo>
                  <a:cubicBezTo>
                    <a:pt x="96786" y="50250"/>
                    <a:pt x="108006" y="39031"/>
                    <a:pt x="108006" y="25190"/>
                  </a:cubicBezTo>
                  <a:cubicBezTo>
                    <a:pt x="108006" y="11350"/>
                    <a:pt x="96786" y="130"/>
                    <a:pt x="82945" y="130"/>
                  </a:cubicBezTo>
                  <a:cubicBezTo>
                    <a:pt x="69105" y="130"/>
                    <a:pt x="57885" y="11350"/>
                    <a:pt x="57885" y="25190"/>
                  </a:cubicBezTo>
                  <a:cubicBezTo>
                    <a:pt x="57885" y="39031"/>
                    <a:pt x="69105" y="50250"/>
                    <a:pt x="82945" y="50250"/>
                  </a:cubicBezTo>
                  <a:close/>
                  <a:moveTo>
                    <a:pt x="105921" y="15164"/>
                  </a:moveTo>
                  <a:cubicBezTo>
                    <a:pt x="117264" y="11405"/>
                    <a:pt x="129867" y="10152"/>
                    <a:pt x="141211" y="10152"/>
                  </a:cubicBezTo>
                  <a:cubicBezTo>
                    <a:pt x="153815" y="10152"/>
                    <a:pt x="165157" y="11405"/>
                    <a:pt x="176500" y="15164"/>
                  </a:cubicBezTo>
                  <a:moveTo>
                    <a:pt x="176542" y="238200"/>
                  </a:moveTo>
                  <a:cubicBezTo>
                    <a:pt x="165184" y="241959"/>
                    <a:pt x="153828" y="243212"/>
                    <a:pt x="141211" y="243212"/>
                  </a:cubicBezTo>
                  <a:cubicBezTo>
                    <a:pt x="128593" y="243212"/>
                    <a:pt x="117237" y="241959"/>
                    <a:pt x="105880" y="238200"/>
                  </a:cubicBezTo>
                  <a:moveTo>
                    <a:pt x="220776" y="40226"/>
                  </a:moveTo>
                  <a:cubicBezTo>
                    <a:pt x="238319" y="56515"/>
                    <a:pt x="250849" y="76563"/>
                    <a:pt x="255861" y="100370"/>
                  </a:cubicBezTo>
                  <a:moveTo>
                    <a:pt x="63093" y="212065"/>
                  </a:moveTo>
                  <a:cubicBezTo>
                    <a:pt x="45551" y="195776"/>
                    <a:pt x="32718" y="175423"/>
                    <a:pt x="27706" y="151616"/>
                  </a:cubicBezTo>
                </a:path>
              </a:pathLst>
            </a:custGeom>
            <a:noFill/>
            <a:ln w="625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igura a mano libera: forma 21">
              <a:extLst>
                <a:ext uri="{FF2B5EF4-FFF2-40B4-BE49-F238E27FC236}">
                  <a16:creationId xmlns:a16="http://schemas.microsoft.com/office/drawing/2014/main" id="{634A8263-DEBC-35E4-FC3D-66A2AA4DBC84}"/>
                </a:ext>
              </a:extLst>
            </p:cNvPr>
            <p:cNvSpPr/>
            <p:nvPr/>
          </p:nvSpPr>
          <p:spPr>
            <a:xfrm>
              <a:off x="6667912" y="1483833"/>
              <a:ext cx="281930" cy="281928"/>
            </a:xfrm>
            <a:custGeom>
              <a:avLst/>
              <a:gdLst>
                <a:gd name="connsiteX0" fmla="*/ 235386 w 281930"/>
                <a:gd name="connsiteY0" fmla="*/ 188083 h 281928"/>
                <a:gd name="connsiteX1" fmla="*/ 276873 w 281930"/>
                <a:gd name="connsiteY1" fmla="*/ 146596 h 281928"/>
                <a:gd name="connsiteX2" fmla="*/ 282375 w 281930"/>
                <a:gd name="connsiteY2" fmla="*/ 133308 h 281928"/>
                <a:gd name="connsiteX3" fmla="*/ 276873 w 281930"/>
                <a:gd name="connsiteY3" fmla="*/ 120020 h 281928"/>
                <a:gd name="connsiteX4" fmla="*/ 250422 w 281930"/>
                <a:gd name="connsiteY4" fmla="*/ 93632 h 281928"/>
                <a:gd name="connsiteX5" fmla="*/ 236763 w 281930"/>
                <a:gd name="connsiteY5" fmla="*/ 111843 h 281928"/>
                <a:gd name="connsiteX6" fmla="*/ 216148 w 281930"/>
                <a:gd name="connsiteY6" fmla="*/ 121496 h 281928"/>
                <a:gd name="connsiteX7" fmla="*/ 193413 w 281930"/>
                <a:gd name="connsiteY7" fmla="*/ 120327 h 281928"/>
                <a:gd name="connsiteX8" fmla="*/ 173896 w 281930"/>
                <a:gd name="connsiteY8" fmla="*/ 108609 h 281928"/>
                <a:gd name="connsiteX9" fmla="*/ 162179 w 281930"/>
                <a:gd name="connsiteY9" fmla="*/ 89093 h 281928"/>
                <a:gd name="connsiteX10" fmla="*/ 161009 w 281930"/>
                <a:gd name="connsiteY10" fmla="*/ 66359 h 281928"/>
                <a:gd name="connsiteX11" fmla="*/ 170663 w 281930"/>
                <a:gd name="connsiteY11" fmla="*/ 45743 h 281928"/>
                <a:gd name="connsiteX12" fmla="*/ 188875 w 281930"/>
                <a:gd name="connsiteY12" fmla="*/ 32084 h 281928"/>
                <a:gd name="connsiteX13" fmla="*/ 162486 w 281930"/>
                <a:gd name="connsiteY13" fmla="*/ 5633 h 281928"/>
                <a:gd name="connsiteX14" fmla="*/ 149198 w 281930"/>
                <a:gd name="connsiteY14" fmla="*/ 130 h 281928"/>
                <a:gd name="connsiteX15" fmla="*/ 135910 w 281930"/>
                <a:gd name="connsiteY15" fmla="*/ 5633 h 281928"/>
                <a:gd name="connsiteX16" fmla="*/ 94423 w 281930"/>
                <a:gd name="connsiteY16" fmla="*/ 47120 h 281928"/>
                <a:gd name="connsiteX17" fmla="*/ 86504 w 281930"/>
                <a:gd name="connsiteY17" fmla="*/ 21015 h 281928"/>
                <a:gd name="connsiteX18" fmla="*/ 65416 w 281930"/>
                <a:gd name="connsiteY18" fmla="*/ 3709 h 281928"/>
                <a:gd name="connsiteX19" fmla="*/ 38268 w 281930"/>
                <a:gd name="connsiteY19" fmla="*/ 1035 h 281928"/>
                <a:gd name="connsiteX20" fmla="*/ 14209 w 281930"/>
                <a:gd name="connsiteY20" fmla="*/ 13895 h 281928"/>
                <a:gd name="connsiteX21" fmla="*/ 1350 w 281930"/>
                <a:gd name="connsiteY21" fmla="*/ 37953 h 281928"/>
                <a:gd name="connsiteX22" fmla="*/ 4024 w 281930"/>
                <a:gd name="connsiteY22" fmla="*/ 65102 h 281928"/>
                <a:gd name="connsiteX23" fmla="*/ 21330 w 281930"/>
                <a:gd name="connsiteY23" fmla="*/ 86189 h 281928"/>
                <a:gd name="connsiteX24" fmla="*/ 47435 w 281930"/>
                <a:gd name="connsiteY24" fmla="*/ 94108 h 281928"/>
                <a:gd name="connsiteX25" fmla="*/ 5948 w 281930"/>
                <a:gd name="connsiteY25" fmla="*/ 135595 h 281928"/>
                <a:gd name="connsiteX26" fmla="*/ 445 w 281930"/>
                <a:gd name="connsiteY26" fmla="*/ 148883 h 281928"/>
                <a:gd name="connsiteX27" fmla="*/ 5948 w 281930"/>
                <a:gd name="connsiteY27" fmla="*/ 162171 h 281928"/>
                <a:gd name="connsiteX28" fmla="*/ 32399 w 281930"/>
                <a:gd name="connsiteY28" fmla="*/ 188560 h 281928"/>
                <a:gd name="connsiteX29" fmla="*/ 46057 w 281930"/>
                <a:gd name="connsiteY29" fmla="*/ 170348 h 281928"/>
                <a:gd name="connsiteX30" fmla="*/ 66673 w 281930"/>
                <a:gd name="connsiteY30" fmla="*/ 160695 h 281928"/>
                <a:gd name="connsiteX31" fmla="*/ 89407 w 281930"/>
                <a:gd name="connsiteY31" fmla="*/ 161864 h 281928"/>
                <a:gd name="connsiteX32" fmla="*/ 108924 w 281930"/>
                <a:gd name="connsiteY32" fmla="*/ 173582 h 281928"/>
                <a:gd name="connsiteX33" fmla="*/ 120642 w 281930"/>
                <a:gd name="connsiteY33" fmla="*/ 193099 h 281928"/>
                <a:gd name="connsiteX34" fmla="*/ 121811 w 281930"/>
                <a:gd name="connsiteY34" fmla="*/ 215833 h 281928"/>
                <a:gd name="connsiteX35" fmla="*/ 112157 w 281930"/>
                <a:gd name="connsiteY35" fmla="*/ 236448 h 281928"/>
                <a:gd name="connsiteX36" fmla="*/ 93946 w 281930"/>
                <a:gd name="connsiteY36" fmla="*/ 250107 h 281928"/>
                <a:gd name="connsiteX37" fmla="*/ 120335 w 281930"/>
                <a:gd name="connsiteY37" fmla="*/ 276508 h 281928"/>
                <a:gd name="connsiteX38" fmla="*/ 133623 w 281930"/>
                <a:gd name="connsiteY38" fmla="*/ 282011 h 281928"/>
                <a:gd name="connsiteX39" fmla="*/ 146912 w 281930"/>
                <a:gd name="connsiteY39" fmla="*/ 276508 h 281928"/>
                <a:gd name="connsiteX40" fmla="*/ 188399 w 281930"/>
                <a:gd name="connsiteY40" fmla="*/ 235071 h 281928"/>
                <a:gd name="connsiteX41" fmla="*/ 196316 w 281930"/>
                <a:gd name="connsiteY41" fmla="*/ 261176 h 281928"/>
                <a:gd name="connsiteX42" fmla="*/ 217404 w 281930"/>
                <a:gd name="connsiteY42" fmla="*/ 278482 h 281928"/>
                <a:gd name="connsiteX43" fmla="*/ 244552 w 281930"/>
                <a:gd name="connsiteY43" fmla="*/ 281156 h 281928"/>
                <a:gd name="connsiteX44" fmla="*/ 268611 w 281930"/>
                <a:gd name="connsiteY44" fmla="*/ 268296 h 281928"/>
                <a:gd name="connsiteX45" fmla="*/ 281471 w 281930"/>
                <a:gd name="connsiteY45" fmla="*/ 244238 h 281928"/>
                <a:gd name="connsiteX46" fmla="*/ 278797 w 281930"/>
                <a:gd name="connsiteY46" fmla="*/ 217089 h 281928"/>
                <a:gd name="connsiteX47" fmla="*/ 261490 w 281930"/>
                <a:gd name="connsiteY47" fmla="*/ 196002 h 281928"/>
                <a:gd name="connsiteX48" fmla="*/ 235386 w 281930"/>
                <a:gd name="connsiteY48" fmla="*/ 188083 h 281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81930" h="281928">
                  <a:moveTo>
                    <a:pt x="235386" y="188083"/>
                  </a:moveTo>
                  <a:lnTo>
                    <a:pt x="276873" y="146596"/>
                  </a:lnTo>
                  <a:cubicBezTo>
                    <a:pt x="280397" y="143072"/>
                    <a:pt x="282375" y="138291"/>
                    <a:pt x="282375" y="133308"/>
                  </a:cubicBezTo>
                  <a:cubicBezTo>
                    <a:pt x="282375" y="128324"/>
                    <a:pt x="280397" y="123545"/>
                    <a:pt x="276873" y="120020"/>
                  </a:cubicBezTo>
                  <a:lnTo>
                    <a:pt x="250422" y="93632"/>
                  </a:lnTo>
                  <a:cubicBezTo>
                    <a:pt x="247430" y="100730"/>
                    <a:pt x="242740" y="106984"/>
                    <a:pt x="236763" y="111843"/>
                  </a:cubicBezTo>
                  <a:cubicBezTo>
                    <a:pt x="230787" y="116702"/>
                    <a:pt x="223707" y="120018"/>
                    <a:pt x="216148" y="121496"/>
                  </a:cubicBezTo>
                  <a:cubicBezTo>
                    <a:pt x="208588" y="122976"/>
                    <a:pt x="200781" y="122575"/>
                    <a:pt x="193413" y="120327"/>
                  </a:cubicBezTo>
                  <a:cubicBezTo>
                    <a:pt x="186045" y="118079"/>
                    <a:pt x="179343" y="114056"/>
                    <a:pt x="173896" y="108609"/>
                  </a:cubicBezTo>
                  <a:cubicBezTo>
                    <a:pt x="168451" y="103162"/>
                    <a:pt x="164426" y="96460"/>
                    <a:pt x="162179" y="89093"/>
                  </a:cubicBezTo>
                  <a:cubicBezTo>
                    <a:pt x="159931" y="81725"/>
                    <a:pt x="159529" y="73918"/>
                    <a:pt x="161009" y="66359"/>
                  </a:cubicBezTo>
                  <a:cubicBezTo>
                    <a:pt x="162489" y="58799"/>
                    <a:pt x="165804" y="51720"/>
                    <a:pt x="170663" y="45743"/>
                  </a:cubicBezTo>
                  <a:cubicBezTo>
                    <a:pt x="175523" y="39766"/>
                    <a:pt x="181776" y="35075"/>
                    <a:pt x="188875" y="32084"/>
                  </a:cubicBezTo>
                  <a:lnTo>
                    <a:pt x="162486" y="5633"/>
                  </a:lnTo>
                  <a:cubicBezTo>
                    <a:pt x="158962" y="2110"/>
                    <a:pt x="154181" y="130"/>
                    <a:pt x="149198" y="130"/>
                  </a:cubicBezTo>
                  <a:cubicBezTo>
                    <a:pt x="144214" y="130"/>
                    <a:pt x="139434" y="2110"/>
                    <a:pt x="135910" y="5633"/>
                  </a:cubicBezTo>
                  <a:lnTo>
                    <a:pt x="94423" y="47120"/>
                  </a:lnTo>
                  <a:cubicBezTo>
                    <a:pt x="94423" y="37827"/>
                    <a:pt x="91667" y="28742"/>
                    <a:pt x="86504" y="21015"/>
                  </a:cubicBezTo>
                  <a:cubicBezTo>
                    <a:pt x="81341" y="13288"/>
                    <a:pt x="74002" y="7265"/>
                    <a:pt x="65416" y="3709"/>
                  </a:cubicBezTo>
                  <a:cubicBezTo>
                    <a:pt x="56830" y="153"/>
                    <a:pt x="47383" y="-778"/>
                    <a:pt x="38268" y="1035"/>
                  </a:cubicBezTo>
                  <a:cubicBezTo>
                    <a:pt x="29153" y="2848"/>
                    <a:pt x="20781" y="7323"/>
                    <a:pt x="14209" y="13895"/>
                  </a:cubicBezTo>
                  <a:cubicBezTo>
                    <a:pt x="7638" y="20466"/>
                    <a:pt x="3163" y="28839"/>
                    <a:pt x="1350" y="37953"/>
                  </a:cubicBezTo>
                  <a:cubicBezTo>
                    <a:pt x="-463" y="47068"/>
                    <a:pt x="467" y="56516"/>
                    <a:pt x="4024" y="65102"/>
                  </a:cubicBezTo>
                  <a:cubicBezTo>
                    <a:pt x="7580" y="73687"/>
                    <a:pt x="13603" y="81026"/>
                    <a:pt x="21330" y="86189"/>
                  </a:cubicBezTo>
                  <a:cubicBezTo>
                    <a:pt x="29057" y="91352"/>
                    <a:pt x="38141" y="94108"/>
                    <a:pt x="47435" y="94108"/>
                  </a:cubicBezTo>
                  <a:lnTo>
                    <a:pt x="5948" y="135595"/>
                  </a:lnTo>
                  <a:cubicBezTo>
                    <a:pt x="2424" y="139120"/>
                    <a:pt x="445" y="143899"/>
                    <a:pt x="445" y="148883"/>
                  </a:cubicBezTo>
                  <a:cubicBezTo>
                    <a:pt x="445" y="153866"/>
                    <a:pt x="2424" y="158647"/>
                    <a:pt x="5948" y="162171"/>
                  </a:cubicBezTo>
                  <a:lnTo>
                    <a:pt x="32399" y="188560"/>
                  </a:lnTo>
                  <a:cubicBezTo>
                    <a:pt x="35390" y="181461"/>
                    <a:pt x="40081" y="175208"/>
                    <a:pt x="46057" y="170348"/>
                  </a:cubicBezTo>
                  <a:cubicBezTo>
                    <a:pt x="52034" y="165489"/>
                    <a:pt x="59114" y="162174"/>
                    <a:pt x="66673" y="160695"/>
                  </a:cubicBezTo>
                  <a:cubicBezTo>
                    <a:pt x="74232" y="159215"/>
                    <a:pt x="82040" y="159616"/>
                    <a:pt x="89407" y="161864"/>
                  </a:cubicBezTo>
                  <a:cubicBezTo>
                    <a:pt x="96775" y="164111"/>
                    <a:pt x="103477" y="168136"/>
                    <a:pt x="108924" y="173582"/>
                  </a:cubicBezTo>
                  <a:cubicBezTo>
                    <a:pt x="114370" y="179029"/>
                    <a:pt x="118394" y="185732"/>
                    <a:pt x="120642" y="193099"/>
                  </a:cubicBezTo>
                  <a:cubicBezTo>
                    <a:pt x="122889" y="200466"/>
                    <a:pt x="123291" y="208273"/>
                    <a:pt x="121811" y="215833"/>
                  </a:cubicBezTo>
                  <a:cubicBezTo>
                    <a:pt x="120331" y="223392"/>
                    <a:pt x="117016" y="230471"/>
                    <a:pt x="112157" y="236448"/>
                  </a:cubicBezTo>
                  <a:cubicBezTo>
                    <a:pt x="107298" y="242425"/>
                    <a:pt x="101045" y="247116"/>
                    <a:pt x="93946" y="250107"/>
                  </a:cubicBezTo>
                  <a:lnTo>
                    <a:pt x="120335" y="276508"/>
                  </a:lnTo>
                  <a:cubicBezTo>
                    <a:pt x="123859" y="280032"/>
                    <a:pt x="128639" y="282011"/>
                    <a:pt x="133623" y="282011"/>
                  </a:cubicBezTo>
                  <a:cubicBezTo>
                    <a:pt x="138607" y="282011"/>
                    <a:pt x="143387" y="280032"/>
                    <a:pt x="146912" y="276508"/>
                  </a:cubicBezTo>
                  <a:lnTo>
                    <a:pt x="188399" y="235071"/>
                  </a:lnTo>
                  <a:cubicBezTo>
                    <a:pt x="188399" y="244365"/>
                    <a:pt x="191154" y="253449"/>
                    <a:pt x="196316" y="261176"/>
                  </a:cubicBezTo>
                  <a:cubicBezTo>
                    <a:pt x="201480" y="268904"/>
                    <a:pt x="208819" y="274926"/>
                    <a:pt x="217404" y="278482"/>
                  </a:cubicBezTo>
                  <a:cubicBezTo>
                    <a:pt x="225990" y="282039"/>
                    <a:pt x="235438" y="282969"/>
                    <a:pt x="244552" y="281156"/>
                  </a:cubicBezTo>
                  <a:cubicBezTo>
                    <a:pt x="253668" y="279342"/>
                    <a:pt x="262040" y="274868"/>
                    <a:pt x="268611" y="268296"/>
                  </a:cubicBezTo>
                  <a:cubicBezTo>
                    <a:pt x="275183" y="261725"/>
                    <a:pt x="279658" y="253353"/>
                    <a:pt x="281471" y="244238"/>
                  </a:cubicBezTo>
                  <a:cubicBezTo>
                    <a:pt x="283284" y="235124"/>
                    <a:pt x="282353" y="225676"/>
                    <a:pt x="278797" y="217089"/>
                  </a:cubicBezTo>
                  <a:cubicBezTo>
                    <a:pt x="275241" y="208504"/>
                    <a:pt x="269217" y="201165"/>
                    <a:pt x="261490" y="196002"/>
                  </a:cubicBezTo>
                  <a:cubicBezTo>
                    <a:pt x="253764" y="190839"/>
                    <a:pt x="244679" y="188083"/>
                    <a:pt x="235386" y="188083"/>
                  </a:cubicBezTo>
                  <a:close/>
                </a:path>
              </a:pathLst>
            </a:custGeom>
            <a:noFill/>
            <a:ln w="625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igura a mano libera: forma 22">
              <a:extLst>
                <a:ext uri="{FF2B5EF4-FFF2-40B4-BE49-F238E27FC236}">
                  <a16:creationId xmlns:a16="http://schemas.microsoft.com/office/drawing/2014/main" id="{6ACEC434-503D-8E51-ED5F-1CACE78FA935}"/>
                </a:ext>
              </a:extLst>
            </p:cNvPr>
            <p:cNvSpPr/>
            <p:nvPr/>
          </p:nvSpPr>
          <p:spPr>
            <a:xfrm>
              <a:off x="5829732" y="2063428"/>
              <a:ext cx="468410" cy="527999"/>
            </a:xfrm>
            <a:custGeom>
              <a:avLst/>
              <a:gdLst>
                <a:gd name="connsiteX0" fmla="*/ 366925 w 413618"/>
                <a:gd name="connsiteY0" fmla="*/ 233437 h 394735"/>
                <a:gd name="connsiteX1" fmla="*/ 413912 w 413618"/>
                <a:gd name="connsiteY1" fmla="*/ 157336 h 394735"/>
                <a:gd name="connsiteX2" fmla="*/ 385872 w 413618"/>
                <a:gd name="connsiteY2" fmla="*/ 93989 h 394735"/>
                <a:gd name="connsiteX3" fmla="*/ 320801 w 413618"/>
                <a:gd name="connsiteY3" fmla="*/ 70221 h 394735"/>
                <a:gd name="connsiteX4" fmla="*/ 207166 w 413618"/>
                <a:gd name="connsiteY4" fmla="*/ 265 h 394735"/>
                <a:gd name="connsiteX5" fmla="*/ 81709 w 413618"/>
                <a:gd name="connsiteY5" fmla="*/ 115085 h 394735"/>
                <a:gd name="connsiteX6" fmla="*/ 25905 w 413618"/>
                <a:gd name="connsiteY6" fmla="*/ 127889 h 394735"/>
                <a:gd name="connsiteX7" fmla="*/ 420 w 413618"/>
                <a:gd name="connsiteY7" fmla="*/ 179157 h 394735"/>
                <a:gd name="connsiteX8" fmla="*/ 47408 w 413618"/>
                <a:gd name="connsiteY8" fmla="*/ 240843 h 394735"/>
                <a:gd name="connsiteX9" fmla="*/ 207166 w 413618"/>
                <a:gd name="connsiteY9" fmla="*/ 207012 h 394735"/>
                <a:gd name="connsiteX10" fmla="*/ 207166 w 413618"/>
                <a:gd name="connsiteY10" fmla="*/ 319782 h 394735"/>
                <a:gd name="connsiteX11" fmla="*/ 263551 w 413618"/>
                <a:gd name="connsiteY11" fmla="*/ 263397 h 394735"/>
                <a:gd name="connsiteX12" fmla="*/ 150781 w 413618"/>
                <a:gd name="connsiteY12" fmla="*/ 263397 h 394735"/>
                <a:gd name="connsiteX13" fmla="*/ 217222 w 413618"/>
                <a:gd name="connsiteY13" fmla="*/ 393083 h 394735"/>
                <a:gd name="connsiteX14" fmla="*/ 227615 w 413618"/>
                <a:gd name="connsiteY14" fmla="*/ 389117 h 394735"/>
                <a:gd name="connsiteX15" fmla="*/ 319937 w 413618"/>
                <a:gd name="connsiteY15" fmla="*/ 270013 h 394735"/>
                <a:gd name="connsiteX16" fmla="*/ 319937 w 413618"/>
                <a:gd name="connsiteY16" fmla="*/ 206185 h 394735"/>
                <a:gd name="connsiteX17" fmla="*/ 308133 w 413618"/>
                <a:gd name="connsiteY17" fmla="*/ 188179 h 394735"/>
                <a:gd name="connsiteX18" fmla="*/ 206753 w 413618"/>
                <a:gd name="connsiteY18" fmla="*/ 169384 h 394735"/>
                <a:gd name="connsiteX19" fmla="*/ 106180 w 413618"/>
                <a:gd name="connsiteY19" fmla="*/ 188179 h 394735"/>
                <a:gd name="connsiteX20" fmla="*/ 94396 w 413618"/>
                <a:gd name="connsiteY20" fmla="*/ 206185 h 394735"/>
                <a:gd name="connsiteX21" fmla="*/ 94396 w 413618"/>
                <a:gd name="connsiteY21" fmla="*/ 269956 h 394735"/>
                <a:gd name="connsiteX22" fmla="*/ 185890 w 413618"/>
                <a:gd name="connsiteY22" fmla="*/ 389080 h 394735"/>
                <a:gd name="connsiteX23" fmla="*/ 196284 w 413618"/>
                <a:gd name="connsiteY23" fmla="*/ 393045 h 394735"/>
                <a:gd name="connsiteX24" fmla="*/ 217222 w 413618"/>
                <a:gd name="connsiteY24" fmla="*/ 393083 h 394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13618" h="394735">
                  <a:moveTo>
                    <a:pt x="366925" y="233437"/>
                  </a:moveTo>
                  <a:cubicBezTo>
                    <a:pt x="396437" y="219795"/>
                    <a:pt x="414937" y="189833"/>
                    <a:pt x="413912" y="157336"/>
                  </a:cubicBezTo>
                  <a:cubicBezTo>
                    <a:pt x="413556" y="133289"/>
                    <a:pt x="403434" y="110420"/>
                    <a:pt x="385872" y="93989"/>
                  </a:cubicBezTo>
                  <a:cubicBezTo>
                    <a:pt x="368310" y="77558"/>
                    <a:pt x="344819" y="68978"/>
                    <a:pt x="320801" y="70221"/>
                  </a:cubicBezTo>
                  <a:cubicBezTo>
                    <a:pt x="299386" y="27119"/>
                    <a:pt x="255294" y="-25"/>
                    <a:pt x="207166" y="265"/>
                  </a:cubicBezTo>
                  <a:cubicBezTo>
                    <a:pt x="141581" y="-615"/>
                    <a:pt x="86628" y="49678"/>
                    <a:pt x="81709" y="115085"/>
                  </a:cubicBezTo>
                  <a:cubicBezTo>
                    <a:pt x="62129" y="110780"/>
                    <a:pt x="41650" y="115479"/>
                    <a:pt x="25905" y="127889"/>
                  </a:cubicBezTo>
                  <a:cubicBezTo>
                    <a:pt x="10161" y="140299"/>
                    <a:pt x="808" y="159113"/>
                    <a:pt x="420" y="179157"/>
                  </a:cubicBezTo>
                  <a:cubicBezTo>
                    <a:pt x="-1143" y="208453"/>
                    <a:pt x="18749" y="234567"/>
                    <a:pt x="47408" y="240843"/>
                  </a:cubicBezTo>
                  <a:moveTo>
                    <a:pt x="207166" y="207012"/>
                  </a:moveTo>
                  <a:lnTo>
                    <a:pt x="207166" y="319782"/>
                  </a:lnTo>
                  <a:moveTo>
                    <a:pt x="263551" y="263397"/>
                  </a:moveTo>
                  <a:lnTo>
                    <a:pt x="150781" y="263397"/>
                  </a:lnTo>
                  <a:moveTo>
                    <a:pt x="217222" y="393083"/>
                  </a:moveTo>
                  <a:lnTo>
                    <a:pt x="227615" y="389117"/>
                  </a:lnTo>
                  <a:cubicBezTo>
                    <a:pt x="277046" y="370322"/>
                    <a:pt x="319937" y="322902"/>
                    <a:pt x="319937" y="270013"/>
                  </a:cubicBezTo>
                  <a:lnTo>
                    <a:pt x="319937" y="206185"/>
                  </a:lnTo>
                  <a:cubicBezTo>
                    <a:pt x="319940" y="198367"/>
                    <a:pt x="315303" y="191294"/>
                    <a:pt x="308133" y="188179"/>
                  </a:cubicBezTo>
                  <a:cubicBezTo>
                    <a:pt x="275693" y="176055"/>
                    <a:pt x="241383" y="169695"/>
                    <a:pt x="206753" y="169384"/>
                  </a:cubicBezTo>
                  <a:cubicBezTo>
                    <a:pt x="172383" y="169678"/>
                    <a:pt x="138336" y="176041"/>
                    <a:pt x="106180" y="188179"/>
                  </a:cubicBezTo>
                  <a:cubicBezTo>
                    <a:pt x="99018" y="191299"/>
                    <a:pt x="94389" y="198372"/>
                    <a:pt x="94396" y="206185"/>
                  </a:cubicBezTo>
                  <a:lnTo>
                    <a:pt x="94396" y="269956"/>
                  </a:lnTo>
                  <a:cubicBezTo>
                    <a:pt x="94396" y="322846"/>
                    <a:pt x="136459" y="370247"/>
                    <a:pt x="185890" y="389080"/>
                  </a:cubicBezTo>
                  <a:lnTo>
                    <a:pt x="196284" y="393045"/>
                  </a:lnTo>
                  <a:cubicBezTo>
                    <a:pt x="203022" y="395624"/>
                    <a:pt x="210474" y="395637"/>
                    <a:pt x="217222" y="393083"/>
                  </a:cubicBezTo>
                  <a:close/>
                </a:path>
              </a:pathLst>
            </a:custGeom>
            <a:noFill/>
            <a:ln w="625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igura a mano libera: forma 23">
              <a:extLst>
                <a:ext uri="{FF2B5EF4-FFF2-40B4-BE49-F238E27FC236}">
                  <a16:creationId xmlns:a16="http://schemas.microsoft.com/office/drawing/2014/main" id="{772910AA-341F-9FA7-0FD7-6973B02BF28B}"/>
                </a:ext>
              </a:extLst>
            </p:cNvPr>
            <p:cNvSpPr/>
            <p:nvPr/>
          </p:nvSpPr>
          <p:spPr>
            <a:xfrm>
              <a:off x="4964518" y="2143411"/>
              <a:ext cx="275672" cy="288357"/>
            </a:xfrm>
            <a:custGeom>
              <a:avLst/>
              <a:gdLst>
                <a:gd name="connsiteX0" fmla="*/ 274955 w 275672"/>
                <a:gd name="connsiteY0" fmla="*/ 268249 h 288357"/>
                <a:gd name="connsiteX1" fmla="*/ 248016 w 275672"/>
                <a:gd name="connsiteY1" fmla="*/ 192067 h 288357"/>
                <a:gd name="connsiteX2" fmla="*/ 233857 w 275672"/>
                <a:gd name="connsiteY2" fmla="*/ 182043 h 288357"/>
                <a:gd name="connsiteX3" fmla="*/ 211428 w 275672"/>
                <a:gd name="connsiteY3" fmla="*/ 182043 h 288357"/>
                <a:gd name="connsiteX4" fmla="*/ 217442 w 275672"/>
                <a:gd name="connsiteY4" fmla="*/ 200587 h 288357"/>
                <a:gd name="connsiteX5" fmla="*/ 214310 w 275672"/>
                <a:gd name="connsiteY5" fmla="*/ 213117 h 288357"/>
                <a:gd name="connsiteX6" fmla="*/ 138002 w 275672"/>
                <a:gd name="connsiteY6" fmla="*/ 238177 h 288357"/>
                <a:gd name="connsiteX7" fmla="*/ 61694 w 275672"/>
                <a:gd name="connsiteY7" fmla="*/ 213117 h 288357"/>
                <a:gd name="connsiteX8" fmla="*/ 58561 w 275672"/>
                <a:gd name="connsiteY8" fmla="*/ 200587 h 288357"/>
                <a:gd name="connsiteX9" fmla="*/ 64576 w 275672"/>
                <a:gd name="connsiteY9" fmla="*/ 182043 h 288357"/>
                <a:gd name="connsiteX10" fmla="*/ 42147 w 275672"/>
                <a:gd name="connsiteY10" fmla="*/ 182043 h 288357"/>
                <a:gd name="connsiteX11" fmla="*/ 27988 w 275672"/>
                <a:gd name="connsiteY11" fmla="*/ 192067 h 288357"/>
                <a:gd name="connsiteX12" fmla="*/ 1048 w 275672"/>
                <a:gd name="connsiteY12" fmla="*/ 268249 h 288357"/>
                <a:gd name="connsiteX13" fmla="*/ 3053 w 275672"/>
                <a:gd name="connsiteY13" fmla="*/ 282283 h 288357"/>
                <a:gd name="connsiteX14" fmla="*/ 15583 w 275672"/>
                <a:gd name="connsiteY14" fmla="*/ 288674 h 288357"/>
                <a:gd name="connsiteX15" fmla="*/ 260546 w 275672"/>
                <a:gd name="connsiteY15" fmla="*/ 288674 h 288357"/>
                <a:gd name="connsiteX16" fmla="*/ 273076 w 275672"/>
                <a:gd name="connsiteY16" fmla="*/ 282283 h 288357"/>
                <a:gd name="connsiteX17" fmla="*/ 274955 w 275672"/>
                <a:gd name="connsiteY17" fmla="*/ 268250 h 288357"/>
                <a:gd name="connsiteX18" fmla="*/ 167322 w 275672"/>
                <a:gd name="connsiteY18" fmla="*/ 43460 h 288357"/>
                <a:gd name="connsiteX19" fmla="*/ 158426 w 275672"/>
                <a:gd name="connsiteY19" fmla="*/ 15267 h 288357"/>
                <a:gd name="connsiteX20" fmla="*/ 138002 w 275672"/>
                <a:gd name="connsiteY20" fmla="*/ 318 h 288357"/>
                <a:gd name="connsiteX21" fmla="*/ 117578 w 275672"/>
                <a:gd name="connsiteY21" fmla="*/ 15267 h 288357"/>
                <a:gd name="connsiteX22" fmla="*/ 108681 w 275672"/>
                <a:gd name="connsiteY22" fmla="*/ 43460 h 288357"/>
                <a:gd name="connsiteX23" fmla="*/ 138002 w 275672"/>
                <a:gd name="connsiteY23" fmla="*/ 50477 h 288357"/>
                <a:gd name="connsiteX24" fmla="*/ 167322 w 275672"/>
                <a:gd name="connsiteY24" fmla="*/ 43460 h 288357"/>
                <a:gd name="connsiteX25" fmla="*/ 182985 w 275672"/>
                <a:gd name="connsiteY25" fmla="*/ 92578 h 288357"/>
                <a:gd name="connsiteX26" fmla="*/ 93019 w 275672"/>
                <a:gd name="connsiteY26" fmla="*/ 92578 h 288357"/>
                <a:gd name="connsiteX27" fmla="*/ 74098 w 275672"/>
                <a:gd name="connsiteY27" fmla="*/ 151970 h 288357"/>
                <a:gd name="connsiteX28" fmla="*/ 138002 w 275672"/>
                <a:gd name="connsiteY28" fmla="*/ 169513 h 288357"/>
                <a:gd name="connsiteX29" fmla="*/ 201905 w 275672"/>
                <a:gd name="connsiteY29" fmla="*/ 151970 h 288357"/>
                <a:gd name="connsiteX30" fmla="*/ 64576 w 275672"/>
                <a:gd name="connsiteY30" fmla="*/ 182043 h 288357"/>
                <a:gd name="connsiteX31" fmla="*/ 108681 w 275672"/>
                <a:gd name="connsiteY31" fmla="*/ 43460 h 288357"/>
                <a:gd name="connsiteX32" fmla="*/ 211428 w 275672"/>
                <a:gd name="connsiteY32" fmla="*/ 182043 h 288357"/>
                <a:gd name="connsiteX33" fmla="*/ 167322 w 275672"/>
                <a:gd name="connsiteY33" fmla="*/ 43460 h 28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5672" h="288357">
                  <a:moveTo>
                    <a:pt x="274955" y="268249"/>
                  </a:moveTo>
                  <a:lnTo>
                    <a:pt x="248016" y="192067"/>
                  </a:lnTo>
                  <a:cubicBezTo>
                    <a:pt x="245894" y="186065"/>
                    <a:pt x="240223" y="182050"/>
                    <a:pt x="233857" y="182043"/>
                  </a:cubicBezTo>
                  <a:lnTo>
                    <a:pt x="211428" y="182043"/>
                  </a:lnTo>
                  <a:lnTo>
                    <a:pt x="217442" y="200587"/>
                  </a:lnTo>
                  <a:cubicBezTo>
                    <a:pt x="218797" y="205022"/>
                    <a:pt x="217592" y="209842"/>
                    <a:pt x="214310" y="213117"/>
                  </a:cubicBezTo>
                  <a:cubicBezTo>
                    <a:pt x="205163" y="222264"/>
                    <a:pt x="182859" y="238177"/>
                    <a:pt x="138002" y="238177"/>
                  </a:cubicBezTo>
                  <a:cubicBezTo>
                    <a:pt x="93144" y="238177"/>
                    <a:pt x="70841" y="222139"/>
                    <a:pt x="61694" y="213117"/>
                  </a:cubicBezTo>
                  <a:cubicBezTo>
                    <a:pt x="58411" y="209842"/>
                    <a:pt x="57206" y="205022"/>
                    <a:pt x="58561" y="200587"/>
                  </a:cubicBezTo>
                  <a:lnTo>
                    <a:pt x="64576" y="182043"/>
                  </a:lnTo>
                  <a:lnTo>
                    <a:pt x="42147" y="182043"/>
                  </a:lnTo>
                  <a:cubicBezTo>
                    <a:pt x="35781" y="182050"/>
                    <a:pt x="30110" y="186065"/>
                    <a:pt x="27988" y="192067"/>
                  </a:cubicBezTo>
                  <a:lnTo>
                    <a:pt x="1048" y="268249"/>
                  </a:lnTo>
                  <a:cubicBezTo>
                    <a:pt x="-602" y="272975"/>
                    <a:pt x="145" y="278208"/>
                    <a:pt x="3053" y="282283"/>
                  </a:cubicBezTo>
                  <a:cubicBezTo>
                    <a:pt x="5914" y="286356"/>
                    <a:pt x="10606" y="288749"/>
                    <a:pt x="15583" y="288674"/>
                  </a:cubicBezTo>
                  <a:lnTo>
                    <a:pt x="260546" y="288674"/>
                  </a:lnTo>
                  <a:cubicBezTo>
                    <a:pt x="265523" y="288749"/>
                    <a:pt x="270214" y="286356"/>
                    <a:pt x="273076" y="282283"/>
                  </a:cubicBezTo>
                  <a:cubicBezTo>
                    <a:pt x="275941" y="278187"/>
                    <a:pt x="276642" y="272955"/>
                    <a:pt x="274955" y="268250"/>
                  </a:cubicBezTo>
                  <a:close/>
                  <a:moveTo>
                    <a:pt x="167322" y="43460"/>
                  </a:moveTo>
                  <a:lnTo>
                    <a:pt x="158426" y="15267"/>
                  </a:lnTo>
                  <a:cubicBezTo>
                    <a:pt x="155603" y="6366"/>
                    <a:pt x="147340" y="318"/>
                    <a:pt x="138002" y="318"/>
                  </a:cubicBezTo>
                  <a:cubicBezTo>
                    <a:pt x="128663" y="318"/>
                    <a:pt x="120401" y="6366"/>
                    <a:pt x="117578" y="15267"/>
                  </a:cubicBezTo>
                  <a:lnTo>
                    <a:pt x="108681" y="43460"/>
                  </a:lnTo>
                  <a:cubicBezTo>
                    <a:pt x="117769" y="48068"/>
                    <a:pt x="127813" y="50472"/>
                    <a:pt x="138002" y="50477"/>
                  </a:cubicBezTo>
                  <a:cubicBezTo>
                    <a:pt x="148190" y="50472"/>
                    <a:pt x="158235" y="48068"/>
                    <a:pt x="167322" y="43460"/>
                  </a:cubicBezTo>
                  <a:close/>
                  <a:moveTo>
                    <a:pt x="182985" y="92578"/>
                  </a:moveTo>
                  <a:cubicBezTo>
                    <a:pt x="156023" y="111634"/>
                    <a:pt x="119980" y="111634"/>
                    <a:pt x="93019" y="92578"/>
                  </a:cubicBezTo>
                  <a:lnTo>
                    <a:pt x="74098" y="151970"/>
                  </a:lnTo>
                  <a:cubicBezTo>
                    <a:pt x="93256" y="163872"/>
                    <a:pt x="115453" y="169966"/>
                    <a:pt x="138002" y="169513"/>
                  </a:cubicBezTo>
                  <a:cubicBezTo>
                    <a:pt x="160551" y="169966"/>
                    <a:pt x="182748" y="163872"/>
                    <a:pt x="201905" y="151970"/>
                  </a:cubicBezTo>
                  <a:close/>
                  <a:moveTo>
                    <a:pt x="64576" y="182043"/>
                  </a:moveTo>
                  <a:lnTo>
                    <a:pt x="108681" y="43460"/>
                  </a:lnTo>
                  <a:moveTo>
                    <a:pt x="211428" y="182043"/>
                  </a:moveTo>
                  <a:lnTo>
                    <a:pt x="167322" y="43460"/>
                  </a:lnTo>
                </a:path>
              </a:pathLst>
            </a:custGeom>
            <a:noFill/>
            <a:ln w="625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igura a mano libera: forma 24">
              <a:extLst>
                <a:ext uri="{FF2B5EF4-FFF2-40B4-BE49-F238E27FC236}">
                  <a16:creationId xmlns:a16="http://schemas.microsoft.com/office/drawing/2014/main" id="{E8AA6EB7-910F-6285-CA6A-1B10A0603F6C}"/>
                </a:ext>
              </a:extLst>
            </p:cNvPr>
            <p:cNvSpPr/>
            <p:nvPr/>
          </p:nvSpPr>
          <p:spPr>
            <a:xfrm>
              <a:off x="6923955" y="2159750"/>
              <a:ext cx="288191" cy="288191"/>
            </a:xfrm>
            <a:custGeom>
              <a:avLst/>
              <a:gdLst>
                <a:gd name="connsiteX0" fmla="*/ 43283 w 288191"/>
                <a:gd name="connsiteY0" fmla="*/ 43096 h 288191"/>
                <a:gd name="connsiteX1" fmla="*/ 57129 w 288191"/>
                <a:gd name="connsiteY1" fmla="*/ 66502 h 288191"/>
                <a:gd name="connsiteX2" fmla="*/ 506 w 288191"/>
                <a:gd name="connsiteY2" fmla="*/ 25378 h 288191"/>
                <a:gd name="connsiteX3" fmla="*/ 25566 w 288191"/>
                <a:gd name="connsiteY3" fmla="*/ 50438 h 288191"/>
                <a:gd name="connsiteX4" fmla="*/ 50626 w 288191"/>
                <a:gd name="connsiteY4" fmla="*/ 25378 h 288191"/>
                <a:gd name="connsiteX5" fmla="*/ 25566 w 288191"/>
                <a:gd name="connsiteY5" fmla="*/ 318 h 288191"/>
                <a:gd name="connsiteX6" fmla="*/ 506 w 288191"/>
                <a:gd name="connsiteY6" fmla="*/ 25378 h 288191"/>
                <a:gd name="connsiteX7" fmla="*/ 125806 w 288191"/>
                <a:gd name="connsiteY7" fmla="*/ 25378 h 288191"/>
                <a:gd name="connsiteX8" fmla="*/ 150867 w 288191"/>
                <a:gd name="connsiteY8" fmla="*/ 50438 h 288191"/>
                <a:gd name="connsiteX9" fmla="*/ 175927 w 288191"/>
                <a:gd name="connsiteY9" fmla="*/ 25378 h 288191"/>
                <a:gd name="connsiteX10" fmla="*/ 150867 w 288191"/>
                <a:gd name="connsiteY10" fmla="*/ 318 h 288191"/>
                <a:gd name="connsiteX11" fmla="*/ 125806 w 288191"/>
                <a:gd name="connsiteY11" fmla="*/ 25378 h 288191"/>
                <a:gd name="connsiteX12" fmla="*/ 125806 w 288191"/>
                <a:gd name="connsiteY12" fmla="*/ 263449 h 288191"/>
                <a:gd name="connsiteX13" fmla="*/ 150867 w 288191"/>
                <a:gd name="connsiteY13" fmla="*/ 288510 h 288191"/>
                <a:gd name="connsiteX14" fmla="*/ 175927 w 288191"/>
                <a:gd name="connsiteY14" fmla="*/ 263449 h 288191"/>
                <a:gd name="connsiteX15" fmla="*/ 150867 w 288191"/>
                <a:gd name="connsiteY15" fmla="*/ 238389 h 288191"/>
                <a:gd name="connsiteX16" fmla="*/ 125806 w 288191"/>
                <a:gd name="connsiteY16" fmla="*/ 263449 h 288191"/>
                <a:gd name="connsiteX17" fmla="*/ 238577 w 288191"/>
                <a:gd name="connsiteY17" fmla="*/ 25378 h 288191"/>
                <a:gd name="connsiteX18" fmla="*/ 263637 w 288191"/>
                <a:gd name="connsiteY18" fmla="*/ 50438 h 288191"/>
                <a:gd name="connsiteX19" fmla="*/ 288697 w 288191"/>
                <a:gd name="connsiteY19" fmla="*/ 25378 h 288191"/>
                <a:gd name="connsiteX20" fmla="*/ 263637 w 288191"/>
                <a:gd name="connsiteY20" fmla="*/ 318 h 288191"/>
                <a:gd name="connsiteX21" fmla="*/ 238577 w 288191"/>
                <a:gd name="connsiteY21" fmla="*/ 25378 h 288191"/>
                <a:gd name="connsiteX22" fmla="*/ 238577 w 288191"/>
                <a:gd name="connsiteY22" fmla="*/ 263449 h 288191"/>
                <a:gd name="connsiteX23" fmla="*/ 263637 w 288191"/>
                <a:gd name="connsiteY23" fmla="*/ 288510 h 288191"/>
                <a:gd name="connsiteX24" fmla="*/ 288697 w 288191"/>
                <a:gd name="connsiteY24" fmla="*/ 263449 h 288191"/>
                <a:gd name="connsiteX25" fmla="*/ 263637 w 288191"/>
                <a:gd name="connsiteY25" fmla="*/ 238389 h 288191"/>
                <a:gd name="connsiteX26" fmla="*/ 238577 w 288191"/>
                <a:gd name="connsiteY26" fmla="*/ 263449 h 288191"/>
                <a:gd name="connsiteX27" fmla="*/ 506 w 288191"/>
                <a:gd name="connsiteY27" fmla="*/ 263449 h 288191"/>
                <a:gd name="connsiteX28" fmla="*/ 25566 w 288191"/>
                <a:gd name="connsiteY28" fmla="*/ 288510 h 288191"/>
                <a:gd name="connsiteX29" fmla="*/ 50626 w 288191"/>
                <a:gd name="connsiteY29" fmla="*/ 263449 h 288191"/>
                <a:gd name="connsiteX30" fmla="*/ 25566 w 288191"/>
                <a:gd name="connsiteY30" fmla="*/ 238389 h 288191"/>
                <a:gd name="connsiteX31" fmla="*/ 506 w 288191"/>
                <a:gd name="connsiteY31" fmla="*/ 263449 h 288191"/>
                <a:gd name="connsiteX32" fmla="*/ 43283 w 288191"/>
                <a:gd name="connsiteY32" fmla="*/ 245732 h 288191"/>
                <a:gd name="connsiteX33" fmla="*/ 57129 w 288191"/>
                <a:gd name="connsiteY33" fmla="*/ 223128 h 288191"/>
                <a:gd name="connsiteX34" fmla="*/ 232550 w 288191"/>
                <a:gd name="connsiteY34" fmla="*/ 66502 h 288191"/>
                <a:gd name="connsiteX35" fmla="*/ 245932 w 288191"/>
                <a:gd name="connsiteY35" fmla="*/ 43083 h 288191"/>
                <a:gd name="connsiteX36" fmla="*/ 232550 w 288191"/>
                <a:gd name="connsiteY36" fmla="*/ 223128 h 288191"/>
                <a:gd name="connsiteX37" fmla="*/ 245920 w 288191"/>
                <a:gd name="connsiteY37" fmla="*/ 245732 h 288191"/>
                <a:gd name="connsiteX38" fmla="*/ 150578 w 288191"/>
                <a:gd name="connsiteY38" fmla="*/ 235658 h 288191"/>
                <a:gd name="connsiteX39" fmla="*/ 150578 w 288191"/>
                <a:gd name="connsiteY39" fmla="*/ 223128 h 288191"/>
                <a:gd name="connsiteX40" fmla="*/ 150578 w 288191"/>
                <a:gd name="connsiteY40" fmla="*/ 66502 h 288191"/>
                <a:gd name="connsiteX41" fmla="*/ 150578 w 288191"/>
                <a:gd name="connsiteY41" fmla="*/ 53972 h 288191"/>
                <a:gd name="connsiteX42" fmla="*/ 102826 w 288191"/>
                <a:gd name="connsiteY42" fmla="*/ 194534 h 288191"/>
                <a:gd name="connsiteX43" fmla="*/ 91211 w 288191"/>
                <a:gd name="connsiteY43" fmla="*/ 194534 h 288191"/>
                <a:gd name="connsiteX44" fmla="*/ 56891 w 288191"/>
                <a:gd name="connsiteY44" fmla="*/ 156380 h 288191"/>
                <a:gd name="connsiteX45" fmla="*/ 68550 w 288191"/>
                <a:gd name="connsiteY45" fmla="*/ 128949 h 288191"/>
                <a:gd name="connsiteX46" fmla="*/ 96398 w 288191"/>
                <a:gd name="connsiteY46" fmla="*/ 118326 h 288191"/>
                <a:gd name="connsiteX47" fmla="*/ 154785 w 288191"/>
                <a:gd name="connsiteY47" fmla="*/ 88591 h 288191"/>
                <a:gd name="connsiteX48" fmla="*/ 197892 w 288191"/>
                <a:gd name="connsiteY48" fmla="*/ 137936 h 288191"/>
                <a:gd name="connsiteX49" fmla="*/ 221755 w 288191"/>
                <a:gd name="connsiteY49" fmla="*/ 143751 h 288191"/>
                <a:gd name="connsiteX50" fmla="*/ 232312 w 288191"/>
                <a:gd name="connsiteY50" fmla="*/ 165928 h 288191"/>
                <a:gd name="connsiteX51" fmla="*/ 223159 w 288191"/>
                <a:gd name="connsiteY51" fmla="*/ 186739 h 288191"/>
                <a:gd name="connsiteX52" fmla="*/ 201801 w 288191"/>
                <a:gd name="connsiteY52" fmla="*/ 194534 h 288191"/>
                <a:gd name="connsiteX53" fmla="*/ 102814 w 288191"/>
                <a:gd name="connsiteY53" fmla="*/ 194534 h 288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88191" h="288191">
                  <a:moveTo>
                    <a:pt x="43283" y="43096"/>
                  </a:moveTo>
                  <a:lnTo>
                    <a:pt x="57129" y="66502"/>
                  </a:lnTo>
                  <a:moveTo>
                    <a:pt x="506" y="25378"/>
                  </a:moveTo>
                  <a:cubicBezTo>
                    <a:pt x="506" y="39218"/>
                    <a:pt x="11726" y="50438"/>
                    <a:pt x="25566" y="50438"/>
                  </a:cubicBezTo>
                  <a:cubicBezTo>
                    <a:pt x="39406" y="50438"/>
                    <a:pt x="50626" y="39218"/>
                    <a:pt x="50626" y="25378"/>
                  </a:cubicBezTo>
                  <a:cubicBezTo>
                    <a:pt x="50626" y="11538"/>
                    <a:pt x="39406" y="318"/>
                    <a:pt x="25566" y="318"/>
                  </a:cubicBezTo>
                  <a:cubicBezTo>
                    <a:pt x="11726" y="318"/>
                    <a:pt x="506" y="11538"/>
                    <a:pt x="506" y="25378"/>
                  </a:cubicBezTo>
                  <a:moveTo>
                    <a:pt x="125806" y="25378"/>
                  </a:moveTo>
                  <a:cubicBezTo>
                    <a:pt x="125806" y="39218"/>
                    <a:pt x="137026" y="50438"/>
                    <a:pt x="150867" y="50438"/>
                  </a:cubicBezTo>
                  <a:cubicBezTo>
                    <a:pt x="164707" y="50438"/>
                    <a:pt x="175927" y="39218"/>
                    <a:pt x="175927" y="25378"/>
                  </a:cubicBezTo>
                  <a:cubicBezTo>
                    <a:pt x="175927" y="11538"/>
                    <a:pt x="164707" y="318"/>
                    <a:pt x="150867" y="318"/>
                  </a:cubicBezTo>
                  <a:cubicBezTo>
                    <a:pt x="137026" y="318"/>
                    <a:pt x="125806" y="11538"/>
                    <a:pt x="125806" y="25378"/>
                  </a:cubicBezTo>
                  <a:moveTo>
                    <a:pt x="125806" y="263449"/>
                  </a:moveTo>
                  <a:cubicBezTo>
                    <a:pt x="125806" y="277290"/>
                    <a:pt x="137026" y="288510"/>
                    <a:pt x="150867" y="288510"/>
                  </a:cubicBezTo>
                  <a:cubicBezTo>
                    <a:pt x="164707" y="288510"/>
                    <a:pt x="175927" y="277290"/>
                    <a:pt x="175927" y="263449"/>
                  </a:cubicBezTo>
                  <a:cubicBezTo>
                    <a:pt x="175927" y="249609"/>
                    <a:pt x="164707" y="238389"/>
                    <a:pt x="150867" y="238389"/>
                  </a:cubicBezTo>
                  <a:cubicBezTo>
                    <a:pt x="137026" y="238389"/>
                    <a:pt x="125806" y="249609"/>
                    <a:pt x="125806" y="263449"/>
                  </a:cubicBezTo>
                  <a:moveTo>
                    <a:pt x="238577" y="25378"/>
                  </a:moveTo>
                  <a:cubicBezTo>
                    <a:pt x="238577" y="39218"/>
                    <a:pt x="249797" y="50438"/>
                    <a:pt x="263637" y="50438"/>
                  </a:cubicBezTo>
                  <a:cubicBezTo>
                    <a:pt x="277478" y="50438"/>
                    <a:pt x="288697" y="39218"/>
                    <a:pt x="288697" y="25378"/>
                  </a:cubicBezTo>
                  <a:cubicBezTo>
                    <a:pt x="288697" y="11538"/>
                    <a:pt x="277478" y="318"/>
                    <a:pt x="263637" y="318"/>
                  </a:cubicBezTo>
                  <a:cubicBezTo>
                    <a:pt x="249797" y="318"/>
                    <a:pt x="238577" y="11538"/>
                    <a:pt x="238577" y="25378"/>
                  </a:cubicBezTo>
                  <a:moveTo>
                    <a:pt x="238577" y="263449"/>
                  </a:moveTo>
                  <a:cubicBezTo>
                    <a:pt x="238577" y="277290"/>
                    <a:pt x="249797" y="288510"/>
                    <a:pt x="263637" y="288510"/>
                  </a:cubicBezTo>
                  <a:cubicBezTo>
                    <a:pt x="277478" y="288510"/>
                    <a:pt x="288697" y="277290"/>
                    <a:pt x="288697" y="263449"/>
                  </a:cubicBezTo>
                  <a:cubicBezTo>
                    <a:pt x="288697" y="249609"/>
                    <a:pt x="277478" y="238389"/>
                    <a:pt x="263637" y="238389"/>
                  </a:cubicBezTo>
                  <a:cubicBezTo>
                    <a:pt x="249797" y="238389"/>
                    <a:pt x="238577" y="249609"/>
                    <a:pt x="238577" y="263449"/>
                  </a:cubicBezTo>
                  <a:moveTo>
                    <a:pt x="506" y="263449"/>
                  </a:moveTo>
                  <a:cubicBezTo>
                    <a:pt x="506" y="277290"/>
                    <a:pt x="11726" y="288510"/>
                    <a:pt x="25566" y="288510"/>
                  </a:cubicBezTo>
                  <a:cubicBezTo>
                    <a:pt x="39406" y="288510"/>
                    <a:pt x="50626" y="277290"/>
                    <a:pt x="50626" y="263449"/>
                  </a:cubicBezTo>
                  <a:cubicBezTo>
                    <a:pt x="50626" y="249609"/>
                    <a:pt x="39406" y="238389"/>
                    <a:pt x="25566" y="238389"/>
                  </a:cubicBezTo>
                  <a:cubicBezTo>
                    <a:pt x="11726" y="238389"/>
                    <a:pt x="506" y="249609"/>
                    <a:pt x="506" y="263449"/>
                  </a:cubicBezTo>
                  <a:moveTo>
                    <a:pt x="43283" y="245732"/>
                  </a:moveTo>
                  <a:lnTo>
                    <a:pt x="57129" y="223128"/>
                  </a:lnTo>
                  <a:moveTo>
                    <a:pt x="232550" y="66502"/>
                  </a:moveTo>
                  <a:lnTo>
                    <a:pt x="245932" y="43083"/>
                  </a:lnTo>
                  <a:moveTo>
                    <a:pt x="232550" y="223128"/>
                  </a:moveTo>
                  <a:lnTo>
                    <a:pt x="245920" y="245732"/>
                  </a:lnTo>
                  <a:moveTo>
                    <a:pt x="150578" y="235658"/>
                  </a:moveTo>
                  <a:lnTo>
                    <a:pt x="150578" y="223128"/>
                  </a:lnTo>
                  <a:moveTo>
                    <a:pt x="150578" y="66502"/>
                  </a:moveTo>
                  <a:lnTo>
                    <a:pt x="150578" y="53972"/>
                  </a:lnTo>
                  <a:moveTo>
                    <a:pt x="102826" y="194534"/>
                  </a:moveTo>
                  <a:lnTo>
                    <a:pt x="91211" y="194534"/>
                  </a:lnTo>
                  <a:cubicBezTo>
                    <a:pt x="71859" y="192150"/>
                    <a:pt x="57220" y="175875"/>
                    <a:pt x="56891" y="156380"/>
                  </a:cubicBezTo>
                  <a:cubicBezTo>
                    <a:pt x="56887" y="146032"/>
                    <a:pt x="61096" y="136128"/>
                    <a:pt x="68550" y="128949"/>
                  </a:cubicBezTo>
                  <a:cubicBezTo>
                    <a:pt x="76003" y="121770"/>
                    <a:pt x="86057" y="117934"/>
                    <a:pt x="96398" y="118326"/>
                  </a:cubicBezTo>
                  <a:cubicBezTo>
                    <a:pt x="106752" y="96211"/>
                    <a:pt x="130809" y="83959"/>
                    <a:pt x="154785" y="88591"/>
                  </a:cubicBezTo>
                  <a:cubicBezTo>
                    <a:pt x="178760" y="93223"/>
                    <a:pt x="196522" y="113555"/>
                    <a:pt x="197892" y="137936"/>
                  </a:cubicBezTo>
                  <a:cubicBezTo>
                    <a:pt x="206316" y="136187"/>
                    <a:pt x="215080" y="138323"/>
                    <a:pt x="221755" y="143751"/>
                  </a:cubicBezTo>
                  <a:cubicBezTo>
                    <a:pt x="228430" y="149180"/>
                    <a:pt x="232307" y="157324"/>
                    <a:pt x="232312" y="165928"/>
                  </a:cubicBezTo>
                  <a:cubicBezTo>
                    <a:pt x="232224" y="173822"/>
                    <a:pt x="228918" y="181339"/>
                    <a:pt x="223159" y="186739"/>
                  </a:cubicBezTo>
                  <a:cubicBezTo>
                    <a:pt x="217399" y="192139"/>
                    <a:pt x="209685" y="194955"/>
                    <a:pt x="201801" y="194534"/>
                  </a:cubicBezTo>
                  <a:lnTo>
                    <a:pt x="102814" y="194534"/>
                  </a:lnTo>
                  <a:close/>
                </a:path>
              </a:pathLst>
            </a:custGeom>
            <a:noFill/>
            <a:ln w="625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igura a mano libera: forma 25">
              <a:extLst>
                <a:ext uri="{FF2B5EF4-FFF2-40B4-BE49-F238E27FC236}">
                  <a16:creationId xmlns:a16="http://schemas.microsoft.com/office/drawing/2014/main" id="{4904DA54-63B8-CAB7-C79C-95499479CE7D}"/>
                </a:ext>
              </a:extLst>
            </p:cNvPr>
            <p:cNvSpPr/>
            <p:nvPr/>
          </p:nvSpPr>
          <p:spPr>
            <a:xfrm>
              <a:off x="5957136" y="1243290"/>
              <a:ext cx="275661" cy="288191"/>
            </a:xfrm>
            <a:custGeom>
              <a:avLst/>
              <a:gdLst>
                <a:gd name="connsiteX0" fmla="*/ 27586 w 275661"/>
                <a:gd name="connsiteY0" fmla="*/ 219284 h 288191"/>
                <a:gd name="connsiteX1" fmla="*/ 346 w 275661"/>
                <a:gd name="connsiteY1" fmla="*/ 288626 h 288191"/>
                <a:gd name="connsiteX2" fmla="*/ 37936 w 275661"/>
                <a:gd name="connsiteY2" fmla="*/ 288626 h 288191"/>
                <a:gd name="connsiteX3" fmla="*/ 49126 w 275661"/>
                <a:gd name="connsiteY3" fmla="*/ 225975 h 288191"/>
                <a:gd name="connsiteX4" fmla="*/ 248767 w 275661"/>
                <a:gd name="connsiteY4" fmla="*/ 219284 h 288191"/>
                <a:gd name="connsiteX5" fmla="*/ 276008 w 275661"/>
                <a:gd name="connsiteY5" fmla="*/ 288626 h 288191"/>
                <a:gd name="connsiteX6" fmla="*/ 238417 w 275661"/>
                <a:gd name="connsiteY6" fmla="*/ 288626 h 288191"/>
                <a:gd name="connsiteX7" fmla="*/ 227228 w 275661"/>
                <a:gd name="connsiteY7" fmla="*/ 225975 h 288191"/>
                <a:gd name="connsiteX8" fmla="*/ 167397 w 275661"/>
                <a:gd name="connsiteY8" fmla="*/ 149116 h 288191"/>
                <a:gd name="connsiteX9" fmla="*/ 212605 w 275661"/>
                <a:gd name="connsiteY9" fmla="*/ 185278 h 288191"/>
                <a:gd name="connsiteX10" fmla="*/ 63748 w 275661"/>
                <a:gd name="connsiteY10" fmla="*/ 185278 h 288191"/>
                <a:gd name="connsiteX11" fmla="*/ 108944 w 275661"/>
                <a:gd name="connsiteY11" fmla="*/ 149116 h 288191"/>
                <a:gd name="connsiteX12" fmla="*/ 41833 w 275661"/>
                <a:gd name="connsiteY12" fmla="*/ 176081 h 288191"/>
                <a:gd name="connsiteX13" fmla="*/ 35806 w 275661"/>
                <a:gd name="connsiteY13" fmla="*/ 112816 h 288191"/>
                <a:gd name="connsiteX14" fmla="*/ 114345 w 275661"/>
                <a:gd name="connsiteY14" fmla="*/ 233644 h 288191"/>
                <a:gd name="connsiteX15" fmla="*/ 66843 w 275661"/>
                <a:gd name="connsiteY15" fmla="*/ 211478 h 288191"/>
                <a:gd name="connsiteX16" fmla="*/ 209498 w 275661"/>
                <a:gd name="connsiteY16" fmla="*/ 211491 h 288191"/>
                <a:gd name="connsiteX17" fmla="*/ 162009 w 275661"/>
                <a:gd name="connsiteY17" fmla="*/ 233644 h 288191"/>
                <a:gd name="connsiteX18" fmla="*/ 240510 w 275661"/>
                <a:gd name="connsiteY18" fmla="*/ 113205 h 288191"/>
                <a:gd name="connsiteX19" fmla="*/ 234520 w 275661"/>
                <a:gd name="connsiteY19" fmla="*/ 176018 h 288191"/>
                <a:gd name="connsiteX20" fmla="*/ 161345 w 275661"/>
                <a:gd name="connsiteY20" fmla="*/ 35042 h 288191"/>
                <a:gd name="connsiteX21" fmla="*/ 222216 w 275661"/>
                <a:gd name="connsiteY21" fmla="*/ 60102 h 288191"/>
                <a:gd name="connsiteX22" fmla="*/ 54125 w 275661"/>
                <a:gd name="connsiteY22" fmla="*/ 60102 h 288191"/>
                <a:gd name="connsiteX23" fmla="*/ 115021 w 275661"/>
                <a:gd name="connsiteY23" fmla="*/ 35030 h 288191"/>
                <a:gd name="connsiteX24" fmla="*/ 19141 w 275661"/>
                <a:gd name="connsiteY24" fmla="*/ 200915 h 288191"/>
                <a:gd name="connsiteX25" fmla="*/ 44201 w 275661"/>
                <a:gd name="connsiteY25" fmla="*/ 225975 h 288191"/>
                <a:gd name="connsiteX26" fmla="*/ 69261 w 275661"/>
                <a:gd name="connsiteY26" fmla="*/ 200915 h 288191"/>
                <a:gd name="connsiteX27" fmla="*/ 44201 w 275661"/>
                <a:gd name="connsiteY27" fmla="*/ 175855 h 288191"/>
                <a:gd name="connsiteX28" fmla="*/ 19141 w 275661"/>
                <a:gd name="connsiteY28" fmla="*/ 200915 h 288191"/>
                <a:gd name="connsiteX29" fmla="*/ 113117 w 275661"/>
                <a:gd name="connsiteY29" fmla="*/ 25494 h 288191"/>
                <a:gd name="connsiteX30" fmla="*/ 138177 w 275661"/>
                <a:gd name="connsiteY30" fmla="*/ 50554 h 288191"/>
                <a:gd name="connsiteX31" fmla="*/ 163237 w 275661"/>
                <a:gd name="connsiteY31" fmla="*/ 25494 h 288191"/>
                <a:gd name="connsiteX32" fmla="*/ 138177 w 275661"/>
                <a:gd name="connsiteY32" fmla="*/ 434 h 288191"/>
                <a:gd name="connsiteX33" fmla="*/ 113117 w 275661"/>
                <a:gd name="connsiteY33" fmla="*/ 25494 h 288191"/>
                <a:gd name="connsiteX34" fmla="*/ 346 w 275661"/>
                <a:gd name="connsiteY34" fmla="*/ 81879 h 288191"/>
                <a:gd name="connsiteX35" fmla="*/ 31671 w 275661"/>
                <a:gd name="connsiteY35" fmla="*/ 113205 h 288191"/>
                <a:gd name="connsiteX36" fmla="*/ 62996 w 275661"/>
                <a:gd name="connsiteY36" fmla="*/ 81879 h 288191"/>
                <a:gd name="connsiteX37" fmla="*/ 31671 w 275661"/>
                <a:gd name="connsiteY37" fmla="*/ 50554 h 288191"/>
                <a:gd name="connsiteX38" fmla="*/ 346 w 275661"/>
                <a:gd name="connsiteY38" fmla="*/ 81879 h 288191"/>
                <a:gd name="connsiteX39" fmla="*/ 207092 w 275661"/>
                <a:gd name="connsiteY39" fmla="*/ 200915 h 288191"/>
                <a:gd name="connsiteX40" fmla="*/ 232152 w 275661"/>
                <a:gd name="connsiteY40" fmla="*/ 225975 h 288191"/>
                <a:gd name="connsiteX41" fmla="*/ 257212 w 275661"/>
                <a:gd name="connsiteY41" fmla="*/ 200915 h 288191"/>
                <a:gd name="connsiteX42" fmla="*/ 232152 w 275661"/>
                <a:gd name="connsiteY42" fmla="*/ 175855 h 288191"/>
                <a:gd name="connsiteX43" fmla="*/ 207092 w 275661"/>
                <a:gd name="connsiteY43" fmla="*/ 200915 h 288191"/>
                <a:gd name="connsiteX44" fmla="*/ 213357 w 275661"/>
                <a:gd name="connsiteY44" fmla="*/ 81879 h 288191"/>
                <a:gd name="connsiteX45" fmla="*/ 244682 w 275661"/>
                <a:gd name="connsiteY45" fmla="*/ 113205 h 288191"/>
                <a:gd name="connsiteX46" fmla="*/ 276008 w 275661"/>
                <a:gd name="connsiteY46" fmla="*/ 81879 h 288191"/>
                <a:gd name="connsiteX47" fmla="*/ 244682 w 275661"/>
                <a:gd name="connsiteY47" fmla="*/ 50554 h 288191"/>
                <a:gd name="connsiteX48" fmla="*/ 213357 w 275661"/>
                <a:gd name="connsiteY48" fmla="*/ 81879 h 288191"/>
                <a:gd name="connsiteX49" fmla="*/ 103281 w 275661"/>
                <a:gd name="connsiteY49" fmla="*/ 111776 h 288191"/>
                <a:gd name="connsiteX50" fmla="*/ 44201 w 275661"/>
                <a:gd name="connsiteY50" fmla="*/ 88144 h 288191"/>
                <a:gd name="connsiteX51" fmla="*/ 232152 w 275661"/>
                <a:gd name="connsiteY51" fmla="*/ 88144 h 288191"/>
                <a:gd name="connsiteX52" fmla="*/ 173048 w 275661"/>
                <a:gd name="connsiteY52" fmla="*/ 111789 h 288191"/>
                <a:gd name="connsiteX53" fmla="*/ 138177 w 275661"/>
                <a:gd name="connsiteY53" fmla="*/ 50554 h 288191"/>
                <a:gd name="connsiteX54" fmla="*/ 138177 w 275661"/>
                <a:gd name="connsiteY54" fmla="*/ 88144 h 288191"/>
                <a:gd name="connsiteX55" fmla="*/ 152048 w 275661"/>
                <a:gd name="connsiteY55" fmla="*/ 160669 h 288191"/>
                <a:gd name="connsiteX56" fmla="*/ 169502 w 275661"/>
                <a:gd name="connsiteY56" fmla="*/ 288626 h 288191"/>
                <a:gd name="connsiteX57" fmla="*/ 106852 w 275661"/>
                <a:gd name="connsiteY57" fmla="*/ 288626 h 288191"/>
                <a:gd name="connsiteX58" fmla="*/ 124306 w 275661"/>
                <a:gd name="connsiteY58" fmla="*/ 160669 h 288191"/>
                <a:gd name="connsiteX59" fmla="*/ 100587 w 275661"/>
                <a:gd name="connsiteY59" fmla="*/ 125735 h 288191"/>
                <a:gd name="connsiteX60" fmla="*/ 138177 w 275661"/>
                <a:gd name="connsiteY60" fmla="*/ 163325 h 288191"/>
                <a:gd name="connsiteX61" fmla="*/ 175767 w 275661"/>
                <a:gd name="connsiteY61" fmla="*/ 125735 h 288191"/>
                <a:gd name="connsiteX62" fmla="*/ 138177 w 275661"/>
                <a:gd name="connsiteY62" fmla="*/ 88144 h 288191"/>
                <a:gd name="connsiteX63" fmla="*/ 100587 w 275661"/>
                <a:gd name="connsiteY63" fmla="*/ 125735 h 288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275661" h="288191">
                  <a:moveTo>
                    <a:pt x="27586" y="219284"/>
                  </a:moveTo>
                  <a:lnTo>
                    <a:pt x="346" y="288626"/>
                  </a:lnTo>
                  <a:moveTo>
                    <a:pt x="37936" y="288626"/>
                  </a:moveTo>
                  <a:lnTo>
                    <a:pt x="49126" y="225975"/>
                  </a:lnTo>
                  <a:moveTo>
                    <a:pt x="248767" y="219284"/>
                  </a:moveTo>
                  <a:lnTo>
                    <a:pt x="276008" y="288626"/>
                  </a:lnTo>
                  <a:moveTo>
                    <a:pt x="238417" y="288626"/>
                  </a:moveTo>
                  <a:lnTo>
                    <a:pt x="227228" y="225975"/>
                  </a:lnTo>
                  <a:moveTo>
                    <a:pt x="167397" y="149116"/>
                  </a:moveTo>
                  <a:lnTo>
                    <a:pt x="212605" y="185278"/>
                  </a:lnTo>
                  <a:moveTo>
                    <a:pt x="63748" y="185278"/>
                  </a:moveTo>
                  <a:lnTo>
                    <a:pt x="108944" y="149116"/>
                  </a:lnTo>
                  <a:moveTo>
                    <a:pt x="41833" y="176081"/>
                  </a:moveTo>
                  <a:lnTo>
                    <a:pt x="35806" y="112816"/>
                  </a:lnTo>
                  <a:moveTo>
                    <a:pt x="114345" y="233644"/>
                  </a:moveTo>
                  <a:lnTo>
                    <a:pt x="66843" y="211478"/>
                  </a:lnTo>
                  <a:moveTo>
                    <a:pt x="209498" y="211491"/>
                  </a:moveTo>
                  <a:lnTo>
                    <a:pt x="162009" y="233644"/>
                  </a:lnTo>
                  <a:moveTo>
                    <a:pt x="240510" y="113205"/>
                  </a:moveTo>
                  <a:lnTo>
                    <a:pt x="234520" y="176018"/>
                  </a:lnTo>
                  <a:moveTo>
                    <a:pt x="161345" y="35042"/>
                  </a:moveTo>
                  <a:lnTo>
                    <a:pt x="222216" y="60102"/>
                  </a:lnTo>
                  <a:moveTo>
                    <a:pt x="54125" y="60102"/>
                  </a:moveTo>
                  <a:lnTo>
                    <a:pt x="115021" y="35030"/>
                  </a:lnTo>
                  <a:moveTo>
                    <a:pt x="19141" y="200915"/>
                  </a:moveTo>
                  <a:cubicBezTo>
                    <a:pt x="19141" y="214755"/>
                    <a:pt x="30361" y="225975"/>
                    <a:pt x="44201" y="225975"/>
                  </a:cubicBezTo>
                  <a:cubicBezTo>
                    <a:pt x="58042" y="225975"/>
                    <a:pt x="69261" y="214755"/>
                    <a:pt x="69261" y="200915"/>
                  </a:cubicBezTo>
                  <a:cubicBezTo>
                    <a:pt x="69261" y="187075"/>
                    <a:pt x="58042" y="175855"/>
                    <a:pt x="44201" y="175855"/>
                  </a:cubicBezTo>
                  <a:cubicBezTo>
                    <a:pt x="30361" y="175855"/>
                    <a:pt x="19141" y="187075"/>
                    <a:pt x="19141" y="200915"/>
                  </a:cubicBezTo>
                  <a:close/>
                  <a:moveTo>
                    <a:pt x="113117" y="25494"/>
                  </a:moveTo>
                  <a:cubicBezTo>
                    <a:pt x="113117" y="39334"/>
                    <a:pt x="124336" y="50554"/>
                    <a:pt x="138177" y="50554"/>
                  </a:cubicBezTo>
                  <a:cubicBezTo>
                    <a:pt x="152017" y="50554"/>
                    <a:pt x="163237" y="39334"/>
                    <a:pt x="163237" y="25494"/>
                  </a:cubicBezTo>
                  <a:cubicBezTo>
                    <a:pt x="163237" y="11654"/>
                    <a:pt x="152017" y="434"/>
                    <a:pt x="138177" y="434"/>
                  </a:cubicBezTo>
                  <a:cubicBezTo>
                    <a:pt x="124336" y="434"/>
                    <a:pt x="113117" y="11654"/>
                    <a:pt x="113117" y="25494"/>
                  </a:cubicBezTo>
                  <a:close/>
                  <a:moveTo>
                    <a:pt x="346" y="81879"/>
                  </a:moveTo>
                  <a:cubicBezTo>
                    <a:pt x="346" y="99180"/>
                    <a:pt x="14371" y="113205"/>
                    <a:pt x="31671" y="113205"/>
                  </a:cubicBezTo>
                  <a:cubicBezTo>
                    <a:pt x="48972" y="113205"/>
                    <a:pt x="62996" y="99180"/>
                    <a:pt x="62996" y="81879"/>
                  </a:cubicBezTo>
                  <a:cubicBezTo>
                    <a:pt x="62996" y="64579"/>
                    <a:pt x="48972" y="50554"/>
                    <a:pt x="31671" y="50554"/>
                  </a:cubicBezTo>
                  <a:cubicBezTo>
                    <a:pt x="14371" y="50554"/>
                    <a:pt x="346" y="64579"/>
                    <a:pt x="346" y="81879"/>
                  </a:cubicBezTo>
                  <a:close/>
                  <a:moveTo>
                    <a:pt x="207092" y="200915"/>
                  </a:moveTo>
                  <a:cubicBezTo>
                    <a:pt x="207092" y="214755"/>
                    <a:pt x="218312" y="225975"/>
                    <a:pt x="232152" y="225975"/>
                  </a:cubicBezTo>
                  <a:cubicBezTo>
                    <a:pt x="245993" y="225975"/>
                    <a:pt x="257212" y="214755"/>
                    <a:pt x="257212" y="200915"/>
                  </a:cubicBezTo>
                  <a:cubicBezTo>
                    <a:pt x="257212" y="187075"/>
                    <a:pt x="245993" y="175855"/>
                    <a:pt x="232152" y="175855"/>
                  </a:cubicBezTo>
                  <a:cubicBezTo>
                    <a:pt x="218312" y="175855"/>
                    <a:pt x="207092" y="187075"/>
                    <a:pt x="207092" y="200915"/>
                  </a:cubicBezTo>
                  <a:close/>
                  <a:moveTo>
                    <a:pt x="213357" y="81879"/>
                  </a:moveTo>
                  <a:cubicBezTo>
                    <a:pt x="213357" y="99180"/>
                    <a:pt x="227382" y="113205"/>
                    <a:pt x="244682" y="113205"/>
                  </a:cubicBezTo>
                  <a:cubicBezTo>
                    <a:pt x="261983" y="113205"/>
                    <a:pt x="276008" y="99180"/>
                    <a:pt x="276008" y="81879"/>
                  </a:cubicBezTo>
                  <a:cubicBezTo>
                    <a:pt x="276008" y="64579"/>
                    <a:pt x="261983" y="50554"/>
                    <a:pt x="244682" y="50554"/>
                  </a:cubicBezTo>
                  <a:cubicBezTo>
                    <a:pt x="227382" y="50554"/>
                    <a:pt x="213357" y="64579"/>
                    <a:pt x="213357" y="81879"/>
                  </a:cubicBezTo>
                  <a:close/>
                  <a:moveTo>
                    <a:pt x="103281" y="111776"/>
                  </a:moveTo>
                  <a:lnTo>
                    <a:pt x="44201" y="88144"/>
                  </a:lnTo>
                  <a:moveTo>
                    <a:pt x="232152" y="88144"/>
                  </a:moveTo>
                  <a:lnTo>
                    <a:pt x="173048" y="111789"/>
                  </a:lnTo>
                  <a:moveTo>
                    <a:pt x="138177" y="50554"/>
                  </a:moveTo>
                  <a:lnTo>
                    <a:pt x="138177" y="88144"/>
                  </a:lnTo>
                  <a:moveTo>
                    <a:pt x="152048" y="160669"/>
                  </a:moveTo>
                  <a:lnTo>
                    <a:pt x="169502" y="288626"/>
                  </a:lnTo>
                  <a:moveTo>
                    <a:pt x="106852" y="288626"/>
                  </a:moveTo>
                  <a:lnTo>
                    <a:pt x="124306" y="160669"/>
                  </a:lnTo>
                  <a:moveTo>
                    <a:pt x="100587" y="125735"/>
                  </a:moveTo>
                  <a:cubicBezTo>
                    <a:pt x="100587" y="146495"/>
                    <a:pt x="117416" y="163325"/>
                    <a:pt x="138177" y="163325"/>
                  </a:cubicBezTo>
                  <a:cubicBezTo>
                    <a:pt x="158937" y="163325"/>
                    <a:pt x="175767" y="146495"/>
                    <a:pt x="175767" y="125735"/>
                  </a:cubicBezTo>
                  <a:cubicBezTo>
                    <a:pt x="175767" y="104974"/>
                    <a:pt x="158937" y="88144"/>
                    <a:pt x="138177" y="88144"/>
                  </a:cubicBezTo>
                  <a:cubicBezTo>
                    <a:pt x="117416" y="88144"/>
                    <a:pt x="100587" y="104974"/>
                    <a:pt x="100587" y="125735"/>
                  </a:cubicBezTo>
                  <a:close/>
                </a:path>
              </a:pathLst>
            </a:custGeom>
            <a:noFill/>
            <a:ln w="625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5175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o 28">
            <a:extLst>
              <a:ext uri="{FF2B5EF4-FFF2-40B4-BE49-F238E27FC236}">
                <a16:creationId xmlns:a16="http://schemas.microsoft.com/office/drawing/2014/main" id="{D190C646-DA35-BAD1-9698-C91ED46ED85E}"/>
              </a:ext>
            </a:extLst>
          </p:cNvPr>
          <p:cNvGrpSpPr/>
          <p:nvPr/>
        </p:nvGrpSpPr>
        <p:grpSpPr>
          <a:xfrm>
            <a:off x="7085643" y="3497891"/>
            <a:ext cx="2686443" cy="2703359"/>
            <a:chOff x="7036344" y="3646067"/>
            <a:chExt cx="2686443" cy="2703359"/>
          </a:xfrm>
        </p:grpSpPr>
        <p:pic>
          <p:nvPicPr>
            <p:cNvPr id="15" name="Image 5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1103" y="3655595"/>
              <a:ext cx="2681684" cy="2681684"/>
            </a:xfrm>
            <a:prstGeom prst="rect">
              <a:avLst/>
            </a:prstGeom>
          </p:spPr>
        </p:pic>
        <p:pic>
          <p:nvPicPr>
            <p:cNvPr id="19" name="Image 5" descr="preencoded.png">
              <a:extLst>
                <a:ext uri="{FF2B5EF4-FFF2-40B4-BE49-F238E27FC236}">
                  <a16:creationId xmlns:a16="http://schemas.microsoft.com/office/drawing/2014/main" id="{B1215A51-ED0C-EFD2-D5F5-25E1CB066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4385882">
              <a:off x="7036344" y="3646067"/>
              <a:ext cx="2681684" cy="2681684"/>
            </a:xfrm>
            <a:prstGeom prst="rect">
              <a:avLst/>
            </a:prstGeom>
          </p:spPr>
        </p:pic>
        <p:pic>
          <p:nvPicPr>
            <p:cNvPr id="20" name="Image 5" descr="preencoded.png">
              <a:extLst>
                <a:ext uri="{FF2B5EF4-FFF2-40B4-BE49-F238E27FC236}">
                  <a16:creationId xmlns:a16="http://schemas.microsoft.com/office/drawing/2014/main" id="{15B51B22-851E-13B6-F4A5-BC78E098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7151721">
              <a:off x="7036792" y="3667742"/>
              <a:ext cx="2681684" cy="2681684"/>
            </a:xfrm>
            <a:prstGeom prst="rect">
              <a:avLst/>
            </a:prstGeom>
          </p:spPr>
        </p:pic>
      </p:grp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1" y="843757"/>
            <a:ext cx="6587033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917"/>
              </a:lnSpc>
            </a:pPr>
            <a:r>
              <a:rPr lang="en-US" sz="3125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Il Contributo: Un Modello di Sicurezza Resiliente e Low-Cost</a:t>
            </a:r>
            <a:endParaRPr lang="en-US" sz="3125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63455" y="2089348"/>
            <a:ext cx="6587033" cy="1339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Stato iniziale:</a:t>
            </a:r>
            <a:r>
              <a:rPr lang="en-US" sz="140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un'infrastruttura AWS già esistente con un modello di sicurezza permissivo, pratiche ad alto rischio e una mancanza di difese </a:t>
            </a:r>
            <a:r>
              <a:rPr lang="en-US" sz="1400" dirty="0" err="1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proattive</a:t>
            </a:r>
            <a:r>
              <a:rPr lang="en-US" sz="140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.</a:t>
            </a:r>
          </a:p>
          <a:p>
            <a:pPr>
              <a:lnSpc>
                <a:spcPts val="2000"/>
              </a:lnSpc>
            </a:pPr>
            <a:r>
              <a:rPr lang="en-US" sz="1400" b="1" dirty="0" err="1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Obiettivo</a:t>
            </a:r>
            <a:r>
              <a:rPr lang="en-US" sz="1400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:</a:t>
            </a:r>
            <a:r>
              <a:rPr lang="en-US" sz="140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analizzare, rafforzare e trasformare questa infrastruttura in un modello sicuro e resiliente, adattato ai vincoli di una startup FinTech.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60021" y="4709993"/>
            <a:ext cx="1890514" cy="28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958"/>
              </a:lnSpc>
            </a:pPr>
            <a:r>
              <a:rPr lang="en-US" sz="160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Identità e </a:t>
            </a:r>
            <a:r>
              <a:rPr lang="en-US" sz="1600" b="1" dirty="0" err="1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Accessi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05305" y="4986909"/>
            <a:ext cx="1890514" cy="256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Chi può fare cosa?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9592890" y="4066691"/>
            <a:ext cx="202892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60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Architettura di Rete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9592890" y="4317714"/>
            <a:ext cx="2211883" cy="513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Come sono protette le risorse?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9501410" y="5646830"/>
            <a:ext cx="2211883" cy="30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600" b="1" dirty="0" err="1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Rilevamento</a:t>
            </a:r>
            <a:r>
              <a:rPr lang="en-US" sz="160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Proattivo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9501410" y="5881324"/>
            <a:ext cx="2211883" cy="513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Come anticipare le minacce?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640" y="190500"/>
            <a:ext cx="982861" cy="330101"/>
          </a:xfrm>
          <a:prstGeom prst="rect">
            <a:avLst/>
          </a:prstGeom>
        </p:spPr>
      </p:pic>
      <p:sp>
        <p:nvSpPr>
          <p:cNvPr id="18" name="Rettangolo 17">
            <a:extLst>
              <a:ext uri="{FF2B5EF4-FFF2-40B4-BE49-F238E27FC236}">
                <a16:creationId xmlns:a16="http://schemas.microsoft.com/office/drawing/2014/main" id="{19DEF453-54C7-AC7A-FA07-18A85F18E3AD}"/>
              </a:ext>
            </a:extLst>
          </p:cNvPr>
          <p:cNvSpPr/>
          <p:nvPr/>
        </p:nvSpPr>
        <p:spPr>
          <a:xfrm>
            <a:off x="10677525" y="6372225"/>
            <a:ext cx="1447800" cy="466725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5" name="Elemento grafico 24" descr="Domande contorno">
            <a:extLst>
              <a:ext uri="{FF2B5EF4-FFF2-40B4-BE49-F238E27FC236}">
                <a16:creationId xmlns:a16="http://schemas.microsoft.com/office/drawing/2014/main" id="{9C49188D-666A-04D4-BF7E-647E052843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3637" y="4364609"/>
            <a:ext cx="914400" cy="914400"/>
          </a:xfrm>
          <a:prstGeom prst="rect">
            <a:avLst/>
          </a:prstGeom>
        </p:spPr>
      </p:pic>
      <p:pic>
        <p:nvPicPr>
          <p:cNvPr id="26" name="Elemento grafico 25" descr="Server contorno">
            <a:extLst>
              <a:ext uri="{FF2B5EF4-FFF2-40B4-BE49-F238E27FC236}">
                <a16:creationId xmlns:a16="http://schemas.microsoft.com/office/drawing/2014/main" id="{BC9132D3-64A4-7669-6F0A-D9149562A7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362843" y="3721417"/>
            <a:ext cx="914400" cy="914400"/>
          </a:xfrm>
          <a:prstGeom prst="rect">
            <a:avLst/>
          </a:prstGeom>
        </p:spPr>
      </p:pic>
      <p:pic>
        <p:nvPicPr>
          <p:cNvPr id="28" name="Elemento grafico 27" descr="Alveare contorno">
            <a:extLst>
              <a:ext uri="{FF2B5EF4-FFF2-40B4-BE49-F238E27FC236}">
                <a16:creationId xmlns:a16="http://schemas.microsoft.com/office/drawing/2014/main" id="{B25B271F-65AC-E810-4D78-67803309B4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25736" y="5039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0735" y="822722"/>
            <a:ext cx="8511083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17"/>
              </a:lnSpc>
            </a:pPr>
            <a:r>
              <a:rPr lang="en-US" sz="3125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1. Ristrutturazione IAM: Least Privilege &amp; Zero Trust</a:t>
            </a:r>
            <a:endParaRPr lang="en-US" sz="3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92" y="3969147"/>
            <a:ext cx="10869018" cy="19050"/>
          </a:xfrm>
          <a:prstGeom prst="roundRect">
            <a:avLst>
              <a:gd name="adj" fmla="val 354232"/>
            </a:avLst>
          </a:prstGeom>
          <a:solidFill>
            <a:srgbClr val="D2CCCC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318868" y="3487192"/>
            <a:ext cx="19050" cy="482005"/>
          </a:xfrm>
          <a:prstGeom prst="roundRect">
            <a:avLst>
              <a:gd name="adj" fmla="val 354232"/>
            </a:avLst>
          </a:prstGeom>
          <a:solidFill>
            <a:srgbClr val="D2CCCC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11539" y="3672087"/>
            <a:ext cx="633708" cy="662682"/>
          </a:xfrm>
          <a:prstGeom prst="roundRect">
            <a:avLst>
              <a:gd name="adj" fmla="val 18669"/>
            </a:avLst>
          </a:prstGeom>
          <a:solidFill>
            <a:srgbClr val="ECE6E6"/>
          </a:solidFill>
          <a:ln w="7620">
            <a:solidFill>
              <a:srgbClr val="D2CCCC"/>
            </a:solidFill>
            <a:prstDash val="solid"/>
          </a:ln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08609" y="2208213"/>
            <a:ext cx="383976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42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Eliminazione dei Privilegi Permanenti</a:t>
            </a:r>
            <a:endParaRPr lang="en-US" sz="1542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127" y="2555578"/>
            <a:ext cx="5012829" cy="77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Messa in sicurezza dell'account root e rimozione dei privilegi amministrativi fissi. Implementazione di un modello basato su ruoli temporanei (STS) per tutti gli accessi.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86277" y="3969098"/>
            <a:ext cx="19050" cy="482005"/>
          </a:xfrm>
          <a:prstGeom prst="roundRect">
            <a:avLst>
              <a:gd name="adj" fmla="val 354232"/>
            </a:avLst>
          </a:prstGeom>
          <a:solidFill>
            <a:srgbClr val="D2CCCC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915125" y="3788421"/>
            <a:ext cx="361454" cy="361454"/>
          </a:xfrm>
          <a:prstGeom prst="roundRect">
            <a:avLst>
              <a:gd name="adj" fmla="val 18669"/>
            </a:avLst>
          </a:prstGeom>
          <a:solidFill>
            <a:srgbClr val="ECE6E6"/>
          </a:solidFill>
          <a:ln w="7620">
            <a:solidFill>
              <a:srgbClr val="D2CCCC"/>
            </a:solidFill>
            <a:prstDash val="solid"/>
          </a:ln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598912" y="4535884"/>
            <a:ext cx="5012829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42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Implementazione di un Modello a Minimo Privilegio</a:t>
            </a:r>
            <a:endParaRPr lang="en-US" sz="1542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589536" y="4867275"/>
            <a:ext cx="5012829" cy="77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Creazione di gruppi con permessi specifici per ogni funzione aziendale. Introduzione dei Permission Boundaries per prevenire l'escalation dei privilegi.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853785" y="3487192"/>
            <a:ext cx="19050" cy="482005"/>
          </a:xfrm>
          <a:prstGeom prst="roundRect">
            <a:avLst>
              <a:gd name="adj" fmla="val 354232"/>
            </a:avLst>
          </a:prstGeom>
          <a:solidFill>
            <a:srgbClr val="D2CCCC"/>
          </a:solidFill>
          <a:ln/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682633" y="3788421"/>
            <a:ext cx="361454" cy="361454"/>
          </a:xfrm>
          <a:prstGeom prst="roundRect">
            <a:avLst>
              <a:gd name="adj" fmla="val 18669"/>
            </a:avLst>
          </a:prstGeom>
          <a:solidFill>
            <a:srgbClr val="ECE6E6"/>
          </a:solidFill>
          <a:ln w="7620">
            <a:solidFill>
              <a:srgbClr val="D2CCCC"/>
            </a:solidFill>
            <a:prstDash val="solid"/>
          </a:ln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809" y="3818484"/>
            <a:ext cx="241003" cy="3012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75300" y="2038796"/>
            <a:ext cx="5654131" cy="330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42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Creazione di Barriere di </a:t>
            </a:r>
            <a:r>
              <a:rPr lang="en-US" sz="1542" b="1" dirty="0" err="1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Sicurezza</a:t>
            </a:r>
            <a:r>
              <a:rPr lang="en-US" sz="1542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 Preventive ("Guardrails")</a:t>
            </a:r>
            <a:endParaRPr lang="en-US" sz="1542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357045" y="2298601"/>
            <a:ext cx="5012829" cy="1027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Applicazione di Service Control Policies (SCP) per rafforzare la sicurezza a livello di intera organizzazione. Configurazione di una procedura di emergenza "Break-Glass" sicura e monitorata.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640" y="190500"/>
            <a:ext cx="982861" cy="330101"/>
          </a:xfrm>
          <a:prstGeom prst="rect">
            <a:avLst/>
          </a:prstGeom>
        </p:spPr>
      </p:pic>
      <p:pic>
        <p:nvPicPr>
          <p:cNvPr id="21" name="Elemento grafico 20" descr="Blocca contorno">
            <a:extLst>
              <a:ext uri="{FF2B5EF4-FFF2-40B4-BE49-F238E27FC236}">
                <a16:creationId xmlns:a16="http://schemas.microsoft.com/office/drawing/2014/main" id="{16D0BF46-5BF1-4061-2692-A9392C1660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21063" y="3673154"/>
            <a:ext cx="643606" cy="643606"/>
          </a:xfrm>
          <a:prstGeom prst="rect">
            <a:avLst/>
          </a:prstGeom>
        </p:spPr>
      </p:pic>
      <p:sp>
        <p:nvSpPr>
          <p:cNvPr id="24" name="Shape 3">
            <a:extLst>
              <a:ext uri="{FF2B5EF4-FFF2-40B4-BE49-F238E27FC236}">
                <a16:creationId xmlns:a16="http://schemas.microsoft.com/office/drawing/2014/main" id="{ED34CB9E-172B-57F7-82A3-92E8A96EE250}"/>
              </a:ext>
            </a:extLst>
          </p:cNvPr>
          <p:cNvSpPr/>
          <p:nvPr/>
        </p:nvSpPr>
        <p:spPr>
          <a:xfrm>
            <a:off x="5760567" y="3644927"/>
            <a:ext cx="633708" cy="662682"/>
          </a:xfrm>
          <a:prstGeom prst="roundRect">
            <a:avLst>
              <a:gd name="adj" fmla="val 18669"/>
            </a:avLst>
          </a:prstGeom>
          <a:solidFill>
            <a:srgbClr val="ECE6E6"/>
          </a:solidFill>
          <a:ln w="7620">
            <a:solidFill>
              <a:srgbClr val="D2CCCC"/>
            </a:solidFill>
            <a:prstDash val="solid"/>
          </a:ln>
        </p:spPr>
        <p:txBody>
          <a:bodyPr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7E5B9560-961B-F7C4-4DBD-FD67A1790B21}"/>
              </a:ext>
            </a:extLst>
          </p:cNvPr>
          <p:cNvSpPr/>
          <p:nvPr/>
        </p:nvSpPr>
        <p:spPr>
          <a:xfrm>
            <a:off x="8548019" y="3668889"/>
            <a:ext cx="633708" cy="662682"/>
          </a:xfrm>
          <a:prstGeom prst="roundRect">
            <a:avLst>
              <a:gd name="adj" fmla="val 18669"/>
            </a:avLst>
          </a:prstGeom>
          <a:solidFill>
            <a:srgbClr val="ECE6E6"/>
          </a:solidFill>
          <a:ln w="7620">
            <a:solidFill>
              <a:srgbClr val="D2CCCC"/>
            </a:solidFill>
            <a:prstDash val="solid"/>
          </a:ln>
        </p:spPr>
        <p:txBody>
          <a:bodyPr/>
          <a:lstStyle/>
          <a:p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Elemento grafico 22" descr="Badge dipendente contorno">
            <a:extLst>
              <a:ext uri="{FF2B5EF4-FFF2-40B4-BE49-F238E27FC236}">
                <a16:creationId xmlns:a16="http://schemas.microsoft.com/office/drawing/2014/main" id="{1205C289-293F-D0CB-A9E6-38BC277BD6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72895" y="3649974"/>
            <a:ext cx="643606" cy="643606"/>
          </a:xfrm>
          <a:prstGeom prst="rect">
            <a:avLst/>
          </a:prstGeom>
        </p:spPr>
      </p:pic>
      <p:pic>
        <p:nvPicPr>
          <p:cNvPr id="22" name="Elemento grafico 21" descr="Evasione contorno">
            <a:extLst>
              <a:ext uri="{FF2B5EF4-FFF2-40B4-BE49-F238E27FC236}">
                <a16:creationId xmlns:a16="http://schemas.microsoft.com/office/drawing/2014/main" id="{7337053A-68CD-CE20-077A-6E0AA87D38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535728" y="3676703"/>
            <a:ext cx="643606" cy="643606"/>
          </a:xfrm>
          <a:prstGeom prst="rect">
            <a:avLst/>
          </a:prstGeom>
        </p:spPr>
      </p:pic>
      <p:sp>
        <p:nvSpPr>
          <p:cNvPr id="26" name="Rettangolo 25">
            <a:extLst>
              <a:ext uri="{FF2B5EF4-FFF2-40B4-BE49-F238E27FC236}">
                <a16:creationId xmlns:a16="http://schemas.microsoft.com/office/drawing/2014/main" id="{09EC8B2A-5426-8417-F663-283CE7AF79B0}"/>
              </a:ext>
            </a:extLst>
          </p:cNvPr>
          <p:cNvSpPr/>
          <p:nvPr/>
        </p:nvSpPr>
        <p:spPr>
          <a:xfrm>
            <a:off x="10677525" y="6372225"/>
            <a:ext cx="1447800" cy="466725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439" y="515045"/>
            <a:ext cx="6612533" cy="46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2. Architettura di Rete </a:t>
            </a:r>
            <a:r>
              <a:rPr lang="en-US" sz="2917" dirty="0" err="1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Sicura</a:t>
            </a:r>
            <a:endParaRPr lang="en-US" sz="291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640" y="190500"/>
            <a:ext cx="982861" cy="330101"/>
          </a:xfrm>
          <a:prstGeom prst="rect">
            <a:avLst/>
          </a:prstGeom>
        </p:spPr>
      </p:pic>
      <p:grpSp>
        <p:nvGrpSpPr>
          <p:cNvPr id="19" name="Elemento grafico 16">
            <a:extLst>
              <a:ext uri="{FF2B5EF4-FFF2-40B4-BE49-F238E27FC236}">
                <a16:creationId xmlns:a16="http://schemas.microsoft.com/office/drawing/2014/main" id="{35F9495C-D0D7-66E6-0D28-6A594A01A99F}"/>
              </a:ext>
            </a:extLst>
          </p:cNvPr>
          <p:cNvGrpSpPr/>
          <p:nvPr/>
        </p:nvGrpSpPr>
        <p:grpSpPr>
          <a:xfrm>
            <a:off x="891516" y="1209675"/>
            <a:ext cx="10751790" cy="4580630"/>
            <a:chOff x="1248146" y="1370409"/>
            <a:chExt cx="10320733" cy="4273153"/>
          </a:xfrm>
        </p:grpSpPr>
        <p:sp>
          <p:nvSpPr>
            <p:cNvPr id="64" name="Figura a mano libera: forma 63">
              <a:extLst>
                <a:ext uri="{FF2B5EF4-FFF2-40B4-BE49-F238E27FC236}">
                  <a16:creationId xmlns:a16="http://schemas.microsoft.com/office/drawing/2014/main" id="{58A6B093-379E-C6DE-56CB-06555063FA29}"/>
                </a:ext>
              </a:extLst>
            </p:cNvPr>
            <p:cNvSpPr/>
            <p:nvPr/>
          </p:nvSpPr>
          <p:spPr>
            <a:xfrm>
              <a:off x="7867650" y="4953000"/>
              <a:ext cx="571500" cy="571500"/>
            </a:xfrm>
            <a:custGeom>
              <a:avLst/>
              <a:gdLst>
                <a:gd name="connsiteX0" fmla="*/ 698 w 571500"/>
                <a:gd name="connsiteY0" fmla="*/ 286250 h 571500"/>
                <a:gd name="connsiteX1" fmla="*/ 286448 w 571500"/>
                <a:gd name="connsiteY1" fmla="*/ 500 h 571500"/>
                <a:gd name="connsiteX2" fmla="*/ 572198 w 571500"/>
                <a:gd name="connsiteY2" fmla="*/ 286250 h 571500"/>
                <a:gd name="connsiteX3" fmla="*/ 286448 w 571500"/>
                <a:gd name="connsiteY3" fmla="*/ 572000 h 571500"/>
                <a:gd name="connsiteX4" fmla="*/ 698 w 571500"/>
                <a:gd name="connsiteY4" fmla="*/ 2862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0" h="571500">
                  <a:moveTo>
                    <a:pt x="698" y="286250"/>
                  </a:moveTo>
                  <a:cubicBezTo>
                    <a:pt x="698" y="128435"/>
                    <a:pt x="128633" y="500"/>
                    <a:pt x="286448" y="500"/>
                  </a:cubicBezTo>
                  <a:cubicBezTo>
                    <a:pt x="444263" y="500"/>
                    <a:pt x="572198" y="128435"/>
                    <a:pt x="572198" y="286250"/>
                  </a:cubicBezTo>
                  <a:cubicBezTo>
                    <a:pt x="572198" y="444065"/>
                    <a:pt x="444263" y="572000"/>
                    <a:pt x="286448" y="572000"/>
                  </a:cubicBezTo>
                  <a:cubicBezTo>
                    <a:pt x="128633" y="572000"/>
                    <a:pt x="698" y="444065"/>
                    <a:pt x="698" y="286250"/>
                  </a:cubicBezTo>
                  <a:close/>
                </a:path>
              </a:pathLst>
            </a:custGeom>
            <a:solidFill>
              <a:schemeClr val="tx2">
                <a:lumMod val="90000"/>
                <a:lumOff val="10000"/>
              </a:schemeClr>
            </a:solidFill>
            <a:ln w="9525" cap="flat">
              <a:solidFill>
                <a:srgbClr val="42649B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it-IT" sz="2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0" name="Figura a mano libera: forma 19">
              <a:extLst>
                <a:ext uri="{FF2B5EF4-FFF2-40B4-BE49-F238E27FC236}">
                  <a16:creationId xmlns:a16="http://schemas.microsoft.com/office/drawing/2014/main" id="{535412FE-DEA0-00B8-1A70-F2AF3AE2E542}"/>
                </a:ext>
              </a:extLst>
            </p:cNvPr>
            <p:cNvSpPr/>
            <p:nvPr/>
          </p:nvSpPr>
          <p:spPr>
            <a:xfrm>
              <a:off x="4557154" y="2014518"/>
              <a:ext cx="1543049" cy="785812"/>
            </a:xfrm>
            <a:custGeom>
              <a:avLst/>
              <a:gdLst>
                <a:gd name="connsiteX0" fmla="*/ 1492265 w 1543049"/>
                <a:gd name="connsiteY0" fmla="*/ 342714 h 785812"/>
                <a:gd name="connsiteX1" fmla="*/ 1543260 w 1543049"/>
                <a:gd name="connsiteY1" fmla="*/ 298156 h 785812"/>
                <a:gd name="connsiteX2" fmla="*/ 1543400 w 1543049"/>
                <a:gd name="connsiteY2" fmla="*/ 295467 h 785812"/>
                <a:gd name="connsiteX3" fmla="*/ 1492265 w 1543049"/>
                <a:gd name="connsiteY3" fmla="*/ 248220 h 785812"/>
                <a:gd name="connsiteX4" fmla="*/ 895328 w 1543049"/>
                <a:gd name="connsiteY4" fmla="*/ 19762 h 785812"/>
                <a:gd name="connsiteX5" fmla="*/ 648423 w 1543049"/>
                <a:gd name="connsiteY5" fmla="*/ 19762 h 785812"/>
                <a:gd name="connsiteX6" fmla="*/ 51486 w 1543049"/>
                <a:gd name="connsiteY6" fmla="*/ 248220 h 785812"/>
                <a:gd name="connsiteX7" fmla="*/ 350 w 1543049"/>
                <a:gd name="connsiteY7" fmla="*/ 295403 h 785812"/>
                <a:gd name="connsiteX8" fmla="*/ 350 w 1543049"/>
                <a:gd name="connsiteY8" fmla="*/ 295531 h 785812"/>
                <a:gd name="connsiteX9" fmla="*/ 51486 w 1543049"/>
                <a:gd name="connsiteY9" fmla="*/ 342714 h 785812"/>
                <a:gd name="connsiteX10" fmla="*/ 648423 w 1543049"/>
                <a:gd name="connsiteY10" fmla="*/ 571172 h 785812"/>
                <a:gd name="connsiteX11" fmla="*/ 895328 w 1543049"/>
                <a:gd name="connsiteY11" fmla="*/ 571172 h 785812"/>
                <a:gd name="connsiteX12" fmla="*/ 1010000 w 1543049"/>
                <a:gd name="connsiteY12" fmla="*/ 527284 h 785812"/>
                <a:gd name="connsiteX13" fmla="*/ 1417189 w 1543049"/>
                <a:gd name="connsiteY13" fmla="*/ 371447 h 785812"/>
                <a:gd name="connsiteX14" fmla="*/ 1492265 w 1543049"/>
                <a:gd name="connsiteY14" fmla="*/ 342714 h 785812"/>
                <a:gd name="connsiteX15" fmla="*/ 51486 w 1543049"/>
                <a:gd name="connsiteY15" fmla="*/ 342714 h 785812"/>
                <a:gd name="connsiteX16" fmla="*/ 648423 w 1543049"/>
                <a:gd name="connsiteY16" fmla="*/ 571172 h 785812"/>
                <a:gd name="connsiteX17" fmla="*/ 895328 w 1543049"/>
                <a:gd name="connsiteY17" fmla="*/ 571172 h 785812"/>
                <a:gd name="connsiteX18" fmla="*/ 1010000 w 1543049"/>
                <a:gd name="connsiteY18" fmla="*/ 527284 h 785812"/>
                <a:gd name="connsiteX19" fmla="*/ 1010000 w 1543049"/>
                <a:gd name="connsiteY19" fmla="*/ 722547 h 785812"/>
                <a:gd name="connsiteX20" fmla="*/ 895328 w 1543049"/>
                <a:gd name="connsiteY20" fmla="*/ 766434 h 785812"/>
                <a:gd name="connsiteX21" fmla="*/ 648423 w 1543049"/>
                <a:gd name="connsiteY21" fmla="*/ 766434 h 785812"/>
                <a:gd name="connsiteX22" fmla="*/ 51486 w 1543049"/>
                <a:gd name="connsiteY22" fmla="*/ 537976 h 785812"/>
                <a:gd name="connsiteX23" fmla="*/ 350 w 1543049"/>
                <a:gd name="connsiteY23" fmla="*/ 490793 h 785812"/>
                <a:gd name="connsiteX24" fmla="*/ 350 w 1543049"/>
                <a:gd name="connsiteY24" fmla="*/ 295531 h 785812"/>
                <a:gd name="connsiteX25" fmla="*/ 51486 w 1543049"/>
                <a:gd name="connsiteY25" fmla="*/ 342714 h 785812"/>
                <a:gd name="connsiteX26" fmla="*/ 1543274 w 1543049"/>
                <a:gd name="connsiteY26" fmla="*/ 317042 h 785812"/>
                <a:gd name="connsiteX27" fmla="*/ 1543260 w 1543049"/>
                <a:gd name="connsiteY27" fmla="*/ 298156 h 785812"/>
                <a:gd name="connsiteX28" fmla="*/ 1492265 w 1543049"/>
                <a:gd name="connsiteY28" fmla="*/ 342714 h 785812"/>
                <a:gd name="connsiteX29" fmla="*/ 1417189 w 1543049"/>
                <a:gd name="connsiteY29" fmla="*/ 371447 h 785812"/>
                <a:gd name="connsiteX30" fmla="*/ 1543360 w 1543049"/>
                <a:gd name="connsiteY30" fmla="*/ 434689 h 785812"/>
                <a:gd name="connsiteX31" fmla="*/ 1543274 w 1543049"/>
                <a:gd name="connsiteY31" fmla="*/ 317042 h 785812"/>
                <a:gd name="connsiteX32" fmla="*/ 350 w 1543049"/>
                <a:gd name="connsiteY32" fmla="*/ 295403 h 785812"/>
                <a:gd name="connsiteX33" fmla="*/ 350 w 1543049"/>
                <a:gd name="connsiteY33" fmla="*/ 295531 h 785812"/>
                <a:gd name="connsiteX34" fmla="*/ 350 w 1543049"/>
                <a:gd name="connsiteY34" fmla="*/ 295403 h 785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543049" h="785812">
                  <a:moveTo>
                    <a:pt x="1492265" y="342714"/>
                  </a:moveTo>
                  <a:cubicBezTo>
                    <a:pt x="1524569" y="330351"/>
                    <a:pt x="1541567" y="314348"/>
                    <a:pt x="1543260" y="298156"/>
                  </a:cubicBezTo>
                  <a:cubicBezTo>
                    <a:pt x="1543354" y="297259"/>
                    <a:pt x="1543400" y="296363"/>
                    <a:pt x="1543400" y="295467"/>
                  </a:cubicBezTo>
                  <a:cubicBezTo>
                    <a:pt x="1543400" y="278367"/>
                    <a:pt x="1526356" y="261266"/>
                    <a:pt x="1492265" y="248220"/>
                  </a:cubicBezTo>
                  <a:lnTo>
                    <a:pt x="895328" y="19762"/>
                  </a:lnTo>
                  <a:cubicBezTo>
                    <a:pt x="827147" y="-6332"/>
                    <a:pt x="716604" y="-6332"/>
                    <a:pt x="648423" y="19762"/>
                  </a:cubicBezTo>
                  <a:lnTo>
                    <a:pt x="51486" y="248220"/>
                  </a:lnTo>
                  <a:cubicBezTo>
                    <a:pt x="17438" y="261250"/>
                    <a:pt x="392" y="278325"/>
                    <a:pt x="350" y="295403"/>
                  </a:cubicBezTo>
                  <a:cubicBezTo>
                    <a:pt x="350" y="295446"/>
                    <a:pt x="350" y="295488"/>
                    <a:pt x="350" y="295531"/>
                  </a:cubicBezTo>
                  <a:cubicBezTo>
                    <a:pt x="392" y="312609"/>
                    <a:pt x="17438" y="329683"/>
                    <a:pt x="51486" y="342714"/>
                  </a:cubicBezTo>
                  <a:lnTo>
                    <a:pt x="648423" y="571172"/>
                  </a:lnTo>
                  <a:cubicBezTo>
                    <a:pt x="716604" y="597265"/>
                    <a:pt x="827147" y="597265"/>
                    <a:pt x="895328" y="571172"/>
                  </a:cubicBezTo>
                  <a:lnTo>
                    <a:pt x="1010000" y="527284"/>
                  </a:lnTo>
                  <a:lnTo>
                    <a:pt x="1417189" y="371447"/>
                  </a:lnTo>
                  <a:lnTo>
                    <a:pt x="1492265" y="342714"/>
                  </a:lnTo>
                  <a:close/>
                  <a:moveTo>
                    <a:pt x="51486" y="342714"/>
                  </a:moveTo>
                  <a:lnTo>
                    <a:pt x="648423" y="571172"/>
                  </a:lnTo>
                  <a:cubicBezTo>
                    <a:pt x="716604" y="597265"/>
                    <a:pt x="827147" y="597265"/>
                    <a:pt x="895328" y="571172"/>
                  </a:cubicBezTo>
                  <a:lnTo>
                    <a:pt x="1010000" y="527284"/>
                  </a:lnTo>
                  <a:lnTo>
                    <a:pt x="1010000" y="722547"/>
                  </a:lnTo>
                  <a:lnTo>
                    <a:pt x="895328" y="766434"/>
                  </a:lnTo>
                  <a:cubicBezTo>
                    <a:pt x="827147" y="792528"/>
                    <a:pt x="716604" y="792528"/>
                    <a:pt x="648423" y="766434"/>
                  </a:cubicBezTo>
                  <a:lnTo>
                    <a:pt x="51486" y="537976"/>
                  </a:lnTo>
                  <a:cubicBezTo>
                    <a:pt x="17438" y="524946"/>
                    <a:pt x="392" y="507871"/>
                    <a:pt x="350" y="490793"/>
                  </a:cubicBezTo>
                  <a:lnTo>
                    <a:pt x="350" y="295531"/>
                  </a:lnTo>
                  <a:cubicBezTo>
                    <a:pt x="392" y="312609"/>
                    <a:pt x="17438" y="329683"/>
                    <a:pt x="51486" y="342714"/>
                  </a:cubicBezTo>
                  <a:close/>
                  <a:moveTo>
                    <a:pt x="1543274" y="317042"/>
                  </a:moveTo>
                  <a:lnTo>
                    <a:pt x="1543260" y="298156"/>
                  </a:lnTo>
                  <a:cubicBezTo>
                    <a:pt x="1541567" y="314348"/>
                    <a:pt x="1524569" y="330351"/>
                    <a:pt x="1492265" y="342714"/>
                  </a:cubicBezTo>
                  <a:lnTo>
                    <a:pt x="1417189" y="371447"/>
                  </a:lnTo>
                  <a:lnTo>
                    <a:pt x="1543360" y="434689"/>
                  </a:lnTo>
                  <a:lnTo>
                    <a:pt x="1543274" y="317042"/>
                  </a:lnTo>
                  <a:close/>
                  <a:moveTo>
                    <a:pt x="350" y="295403"/>
                  </a:moveTo>
                  <a:lnTo>
                    <a:pt x="350" y="295531"/>
                  </a:lnTo>
                  <a:lnTo>
                    <a:pt x="350" y="295403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it-IT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igura a mano libera: forma 20">
              <a:extLst>
                <a:ext uri="{FF2B5EF4-FFF2-40B4-BE49-F238E27FC236}">
                  <a16:creationId xmlns:a16="http://schemas.microsoft.com/office/drawing/2014/main" id="{A449194B-3DE4-AA0D-CACC-28B523EA3245}"/>
                </a:ext>
              </a:extLst>
            </p:cNvPr>
            <p:cNvSpPr/>
            <p:nvPr/>
          </p:nvSpPr>
          <p:spPr>
            <a:xfrm>
              <a:off x="5566804" y="2386031"/>
              <a:ext cx="2072245" cy="1362056"/>
            </a:xfrm>
            <a:custGeom>
              <a:avLst/>
              <a:gdLst>
                <a:gd name="connsiteX0" fmla="*/ 545784 w 2072245"/>
                <a:gd name="connsiteY0" fmla="*/ 643058 h 1362056"/>
                <a:gd name="connsiteX1" fmla="*/ 545784 w 2072245"/>
                <a:gd name="connsiteY1" fmla="*/ 714716 h 1362056"/>
                <a:gd name="connsiteX2" fmla="*/ 953758 w 2072245"/>
                <a:gd name="connsiteY2" fmla="*/ 559827 h 1362056"/>
                <a:gd name="connsiteX3" fmla="*/ 953640 w 2072245"/>
                <a:gd name="connsiteY3" fmla="*/ 488167 h 1362056"/>
                <a:gd name="connsiteX4" fmla="*/ 545784 w 2072245"/>
                <a:gd name="connsiteY4" fmla="*/ 643058 h 1362056"/>
                <a:gd name="connsiteX5" fmla="*/ 817689 w 2072245"/>
                <a:gd name="connsiteY5" fmla="*/ 420128 h 1362056"/>
                <a:gd name="connsiteX6" fmla="*/ 409832 w 2072245"/>
                <a:gd name="connsiteY6" fmla="*/ 575020 h 1362056"/>
                <a:gd name="connsiteX7" fmla="*/ 545784 w 2072245"/>
                <a:gd name="connsiteY7" fmla="*/ 643058 h 1362056"/>
                <a:gd name="connsiteX8" fmla="*/ 953640 w 2072245"/>
                <a:gd name="connsiteY8" fmla="*/ 488167 h 1362056"/>
                <a:gd name="connsiteX9" fmla="*/ 817689 w 2072245"/>
                <a:gd name="connsiteY9" fmla="*/ 420128 h 1362056"/>
                <a:gd name="connsiteX10" fmla="*/ 409832 w 2072245"/>
                <a:gd name="connsiteY10" fmla="*/ 503361 h 1362056"/>
                <a:gd name="connsiteX11" fmla="*/ 409832 w 2072245"/>
                <a:gd name="connsiteY11" fmla="*/ 575020 h 1362056"/>
                <a:gd name="connsiteX12" fmla="*/ 817689 w 2072245"/>
                <a:gd name="connsiteY12" fmla="*/ 420128 h 1362056"/>
                <a:gd name="connsiteX13" fmla="*/ 817688 w 2072245"/>
                <a:gd name="connsiteY13" fmla="*/ 348471 h 1362056"/>
                <a:gd name="connsiteX14" fmla="*/ 409832 w 2072245"/>
                <a:gd name="connsiteY14" fmla="*/ 503361 h 1362056"/>
                <a:gd name="connsiteX15" fmla="*/ 681853 w 2072245"/>
                <a:gd name="connsiteY15" fmla="*/ 280431 h 1362056"/>
                <a:gd name="connsiteX16" fmla="*/ 273880 w 2072245"/>
                <a:gd name="connsiteY16" fmla="*/ 435327 h 1362056"/>
                <a:gd name="connsiteX17" fmla="*/ 409832 w 2072245"/>
                <a:gd name="connsiteY17" fmla="*/ 503361 h 1362056"/>
                <a:gd name="connsiteX18" fmla="*/ 817688 w 2072245"/>
                <a:gd name="connsiteY18" fmla="*/ 348471 h 1362056"/>
                <a:gd name="connsiteX19" fmla="*/ 681853 w 2072245"/>
                <a:gd name="connsiteY19" fmla="*/ 280431 h 1362056"/>
                <a:gd name="connsiteX20" fmla="*/ 273763 w 2072245"/>
                <a:gd name="connsiteY20" fmla="*/ 363665 h 1362056"/>
                <a:gd name="connsiteX21" fmla="*/ 273880 w 2072245"/>
                <a:gd name="connsiteY21" fmla="*/ 435327 h 1362056"/>
                <a:gd name="connsiteX22" fmla="*/ 681853 w 2072245"/>
                <a:gd name="connsiteY22" fmla="*/ 280431 h 1362056"/>
                <a:gd name="connsiteX23" fmla="*/ 681853 w 2072245"/>
                <a:gd name="connsiteY23" fmla="*/ 208777 h 1362056"/>
                <a:gd name="connsiteX24" fmla="*/ 273763 w 2072245"/>
                <a:gd name="connsiteY24" fmla="*/ 363665 h 1362056"/>
                <a:gd name="connsiteX25" fmla="*/ 137812 w 2072245"/>
                <a:gd name="connsiteY25" fmla="*/ 295631 h 1362056"/>
                <a:gd name="connsiteX26" fmla="*/ 237758 w 2072245"/>
                <a:gd name="connsiteY26" fmla="*/ 345546 h 1362056"/>
                <a:gd name="connsiteX27" fmla="*/ 273763 w 2072245"/>
                <a:gd name="connsiteY27" fmla="*/ 363665 h 1362056"/>
                <a:gd name="connsiteX28" fmla="*/ 681853 w 2072245"/>
                <a:gd name="connsiteY28" fmla="*/ 208777 h 1362056"/>
                <a:gd name="connsiteX29" fmla="*/ 545785 w 2072245"/>
                <a:gd name="connsiteY29" fmla="*/ 140742 h 1362056"/>
                <a:gd name="connsiteX30" fmla="*/ 137812 w 2072245"/>
                <a:gd name="connsiteY30" fmla="*/ 295631 h 1362056"/>
                <a:gd name="connsiteX31" fmla="*/ 137812 w 2072245"/>
                <a:gd name="connsiteY31" fmla="*/ 223973 h 1362056"/>
                <a:gd name="connsiteX32" fmla="*/ 137812 w 2072245"/>
                <a:gd name="connsiteY32" fmla="*/ 295631 h 1362056"/>
                <a:gd name="connsiteX33" fmla="*/ 545785 w 2072245"/>
                <a:gd name="connsiteY33" fmla="*/ 140742 h 1362056"/>
                <a:gd name="connsiteX34" fmla="*/ 545785 w 2072245"/>
                <a:gd name="connsiteY34" fmla="*/ 69083 h 1362056"/>
                <a:gd name="connsiteX35" fmla="*/ 137812 w 2072245"/>
                <a:gd name="connsiteY35" fmla="*/ 223973 h 1362056"/>
                <a:gd name="connsiteX36" fmla="*/ 456 w 2072245"/>
                <a:gd name="connsiteY36" fmla="*/ 155354 h 1362056"/>
                <a:gd name="connsiteX37" fmla="*/ 137812 w 2072245"/>
                <a:gd name="connsiteY37" fmla="*/ 223973 h 1362056"/>
                <a:gd name="connsiteX38" fmla="*/ 545785 w 2072245"/>
                <a:gd name="connsiteY38" fmla="*/ 69083 h 1362056"/>
                <a:gd name="connsiteX39" fmla="*/ 408079 w 2072245"/>
                <a:gd name="connsiteY39" fmla="*/ 231 h 1362056"/>
                <a:gd name="connsiteX40" fmla="*/ 456 w 2072245"/>
                <a:gd name="connsiteY40" fmla="*/ 155354 h 1362056"/>
                <a:gd name="connsiteX41" fmla="*/ 580788 w 2072245"/>
                <a:gd name="connsiteY41" fmla="*/ 918997 h 1362056"/>
                <a:gd name="connsiteX42" fmla="*/ 529792 w 2072245"/>
                <a:gd name="connsiteY42" fmla="*/ 874438 h 1362056"/>
                <a:gd name="connsiteX43" fmla="*/ 529652 w 2072245"/>
                <a:gd name="connsiteY43" fmla="*/ 871749 h 1362056"/>
                <a:gd name="connsiteX44" fmla="*/ 580788 w 2072245"/>
                <a:gd name="connsiteY44" fmla="*/ 824502 h 1362056"/>
                <a:gd name="connsiteX45" fmla="*/ 685040 w 2072245"/>
                <a:gd name="connsiteY45" fmla="*/ 784604 h 1362056"/>
                <a:gd name="connsiteX46" fmla="*/ 1091766 w 2072245"/>
                <a:gd name="connsiteY46" fmla="*/ 628942 h 1362056"/>
                <a:gd name="connsiteX47" fmla="*/ 1177725 w 2072245"/>
                <a:gd name="connsiteY47" fmla="*/ 596045 h 1362056"/>
                <a:gd name="connsiteX48" fmla="*/ 1424630 w 2072245"/>
                <a:gd name="connsiteY48" fmla="*/ 596045 h 1362056"/>
                <a:gd name="connsiteX49" fmla="*/ 2021566 w 2072245"/>
                <a:gd name="connsiteY49" fmla="*/ 824502 h 1362056"/>
                <a:gd name="connsiteX50" fmla="*/ 2072702 w 2072245"/>
                <a:gd name="connsiteY50" fmla="*/ 871686 h 1362056"/>
                <a:gd name="connsiteX51" fmla="*/ 2072702 w 2072245"/>
                <a:gd name="connsiteY51" fmla="*/ 871813 h 1362056"/>
                <a:gd name="connsiteX52" fmla="*/ 2021566 w 2072245"/>
                <a:gd name="connsiteY52" fmla="*/ 918997 h 1362056"/>
                <a:gd name="connsiteX53" fmla="*/ 1424630 w 2072245"/>
                <a:gd name="connsiteY53" fmla="*/ 1147454 h 1362056"/>
                <a:gd name="connsiteX54" fmla="*/ 1177725 w 2072245"/>
                <a:gd name="connsiteY54" fmla="*/ 1147454 h 1362056"/>
                <a:gd name="connsiteX55" fmla="*/ 1063052 w 2072245"/>
                <a:gd name="connsiteY55" fmla="*/ 1103567 h 1362056"/>
                <a:gd name="connsiteX56" fmla="*/ 655864 w 2072245"/>
                <a:gd name="connsiteY56" fmla="*/ 947730 h 1362056"/>
                <a:gd name="connsiteX57" fmla="*/ 580788 w 2072245"/>
                <a:gd name="connsiteY57" fmla="*/ 918997 h 1362056"/>
                <a:gd name="connsiteX58" fmla="*/ 137812 w 2072245"/>
                <a:gd name="connsiteY58" fmla="*/ 295631 h 1362056"/>
                <a:gd name="connsiteX59" fmla="*/ 137812 w 2072245"/>
                <a:gd name="connsiteY59" fmla="*/ 223973 h 1362056"/>
                <a:gd name="connsiteX60" fmla="*/ 456 w 2072245"/>
                <a:gd name="connsiteY60" fmla="*/ 155354 h 1362056"/>
                <a:gd name="connsiteX61" fmla="*/ 456 w 2072245"/>
                <a:gd name="connsiteY61" fmla="*/ 350837 h 1362056"/>
                <a:gd name="connsiteX62" fmla="*/ 529779 w 2072245"/>
                <a:gd name="connsiteY62" fmla="*/ 893325 h 1362056"/>
                <a:gd name="connsiteX63" fmla="*/ 529792 w 2072245"/>
                <a:gd name="connsiteY63" fmla="*/ 874438 h 1362056"/>
                <a:gd name="connsiteX64" fmla="*/ 529652 w 2072245"/>
                <a:gd name="connsiteY64" fmla="*/ 871749 h 1362056"/>
                <a:gd name="connsiteX65" fmla="*/ 580788 w 2072245"/>
                <a:gd name="connsiteY65" fmla="*/ 824502 h 1362056"/>
                <a:gd name="connsiteX66" fmla="*/ 685040 w 2072245"/>
                <a:gd name="connsiteY66" fmla="*/ 784604 h 1362056"/>
                <a:gd name="connsiteX67" fmla="*/ 545784 w 2072245"/>
                <a:gd name="connsiteY67" fmla="*/ 714716 h 1362056"/>
                <a:gd name="connsiteX68" fmla="*/ 545784 w 2072245"/>
                <a:gd name="connsiteY68" fmla="*/ 643058 h 1362056"/>
                <a:gd name="connsiteX69" fmla="*/ 409832 w 2072245"/>
                <a:gd name="connsiteY69" fmla="*/ 575020 h 1362056"/>
                <a:gd name="connsiteX70" fmla="*/ 409832 w 2072245"/>
                <a:gd name="connsiteY70" fmla="*/ 503361 h 1362056"/>
                <a:gd name="connsiteX71" fmla="*/ 273880 w 2072245"/>
                <a:gd name="connsiteY71" fmla="*/ 435327 h 1362056"/>
                <a:gd name="connsiteX72" fmla="*/ 273763 w 2072245"/>
                <a:gd name="connsiteY72" fmla="*/ 363665 h 1362056"/>
                <a:gd name="connsiteX73" fmla="*/ 237758 w 2072245"/>
                <a:gd name="connsiteY73" fmla="*/ 345546 h 1362056"/>
                <a:gd name="connsiteX74" fmla="*/ 137812 w 2072245"/>
                <a:gd name="connsiteY74" fmla="*/ 295631 h 1362056"/>
                <a:gd name="connsiteX75" fmla="*/ 953758 w 2072245"/>
                <a:gd name="connsiteY75" fmla="*/ 559827 h 1362056"/>
                <a:gd name="connsiteX76" fmla="*/ 545784 w 2072245"/>
                <a:gd name="connsiteY76" fmla="*/ 714716 h 1362056"/>
                <a:gd name="connsiteX77" fmla="*/ 685040 w 2072245"/>
                <a:gd name="connsiteY77" fmla="*/ 784604 h 1362056"/>
                <a:gd name="connsiteX78" fmla="*/ 1091766 w 2072245"/>
                <a:gd name="connsiteY78" fmla="*/ 628942 h 1362056"/>
                <a:gd name="connsiteX79" fmla="*/ 953758 w 2072245"/>
                <a:gd name="connsiteY79" fmla="*/ 559827 h 1362056"/>
                <a:gd name="connsiteX80" fmla="*/ 2021566 w 2072245"/>
                <a:gd name="connsiteY80" fmla="*/ 918997 h 1362056"/>
                <a:gd name="connsiteX81" fmla="*/ 1424630 w 2072245"/>
                <a:gd name="connsiteY81" fmla="*/ 1147454 h 1362056"/>
                <a:gd name="connsiteX82" fmla="*/ 1177725 w 2072245"/>
                <a:gd name="connsiteY82" fmla="*/ 1147454 h 1362056"/>
                <a:gd name="connsiteX83" fmla="*/ 1063052 w 2072245"/>
                <a:gd name="connsiteY83" fmla="*/ 1103567 h 1362056"/>
                <a:gd name="connsiteX84" fmla="*/ 1063052 w 2072245"/>
                <a:gd name="connsiteY84" fmla="*/ 1298829 h 1362056"/>
                <a:gd name="connsiteX85" fmla="*/ 1177725 w 2072245"/>
                <a:gd name="connsiteY85" fmla="*/ 1342716 h 1362056"/>
                <a:gd name="connsiteX86" fmla="*/ 1424630 w 2072245"/>
                <a:gd name="connsiteY86" fmla="*/ 1342716 h 1362056"/>
                <a:gd name="connsiteX87" fmla="*/ 2021566 w 2072245"/>
                <a:gd name="connsiteY87" fmla="*/ 1114259 h 1362056"/>
                <a:gd name="connsiteX88" fmla="*/ 2072702 w 2072245"/>
                <a:gd name="connsiteY88" fmla="*/ 1067075 h 1362056"/>
                <a:gd name="connsiteX89" fmla="*/ 2072702 w 2072245"/>
                <a:gd name="connsiteY89" fmla="*/ 871813 h 1362056"/>
                <a:gd name="connsiteX90" fmla="*/ 2021566 w 2072245"/>
                <a:gd name="connsiteY90" fmla="*/ 918997 h 1362056"/>
                <a:gd name="connsiteX91" fmla="*/ 529792 w 2072245"/>
                <a:gd name="connsiteY91" fmla="*/ 874438 h 1362056"/>
                <a:gd name="connsiteX92" fmla="*/ 529779 w 2072245"/>
                <a:gd name="connsiteY92" fmla="*/ 893325 h 1362056"/>
                <a:gd name="connsiteX93" fmla="*/ 529693 w 2072245"/>
                <a:gd name="connsiteY93" fmla="*/ 1010972 h 1362056"/>
                <a:gd name="connsiteX94" fmla="*/ 655864 w 2072245"/>
                <a:gd name="connsiteY94" fmla="*/ 947730 h 1362056"/>
                <a:gd name="connsiteX95" fmla="*/ 580788 w 2072245"/>
                <a:gd name="connsiteY95" fmla="*/ 918997 h 1362056"/>
                <a:gd name="connsiteX96" fmla="*/ 529792 w 2072245"/>
                <a:gd name="connsiteY96" fmla="*/ 874438 h 1362056"/>
                <a:gd name="connsiteX97" fmla="*/ 2072702 w 2072245"/>
                <a:gd name="connsiteY97" fmla="*/ 871686 h 1362056"/>
                <a:gd name="connsiteX98" fmla="*/ 2072702 w 2072245"/>
                <a:gd name="connsiteY98" fmla="*/ 871813 h 1362056"/>
                <a:gd name="connsiteX99" fmla="*/ 2072702 w 2072245"/>
                <a:gd name="connsiteY99" fmla="*/ 871686 h 136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072245" h="1362056">
                  <a:moveTo>
                    <a:pt x="545784" y="643058"/>
                  </a:moveTo>
                  <a:lnTo>
                    <a:pt x="545784" y="714716"/>
                  </a:lnTo>
                  <a:lnTo>
                    <a:pt x="953758" y="559827"/>
                  </a:lnTo>
                  <a:lnTo>
                    <a:pt x="953640" y="488167"/>
                  </a:lnTo>
                  <a:lnTo>
                    <a:pt x="545784" y="643058"/>
                  </a:lnTo>
                  <a:close/>
                  <a:moveTo>
                    <a:pt x="817689" y="420128"/>
                  </a:moveTo>
                  <a:lnTo>
                    <a:pt x="409832" y="575020"/>
                  </a:lnTo>
                  <a:lnTo>
                    <a:pt x="545784" y="643058"/>
                  </a:lnTo>
                  <a:lnTo>
                    <a:pt x="953640" y="488167"/>
                  </a:lnTo>
                  <a:lnTo>
                    <a:pt x="817689" y="420128"/>
                  </a:lnTo>
                  <a:close/>
                  <a:moveTo>
                    <a:pt x="409832" y="503361"/>
                  </a:moveTo>
                  <a:lnTo>
                    <a:pt x="409832" y="575020"/>
                  </a:lnTo>
                  <a:lnTo>
                    <a:pt x="817689" y="420128"/>
                  </a:lnTo>
                  <a:lnTo>
                    <a:pt x="817688" y="348471"/>
                  </a:lnTo>
                  <a:lnTo>
                    <a:pt x="409832" y="503361"/>
                  </a:lnTo>
                  <a:close/>
                  <a:moveTo>
                    <a:pt x="681853" y="280431"/>
                  </a:moveTo>
                  <a:lnTo>
                    <a:pt x="273880" y="435327"/>
                  </a:lnTo>
                  <a:lnTo>
                    <a:pt x="409832" y="503361"/>
                  </a:lnTo>
                  <a:lnTo>
                    <a:pt x="817688" y="348471"/>
                  </a:lnTo>
                  <a:lnTo>
                    <a:pt x="681853" y="280431"/>
                  </a:lnTo>
                  <a:close/>
                  <a:moveTo>
                    <a:pt x="273763" y="363665"/>
                  </a:moveTo>
                  <a:lnTo>
                    <a:pt x="273880" y="435327"/>
                  </a:lnTo>
                  <a:lnTo>
                    <a:pt x="681853" y="280431"/>
                  </a:lnTo>
                  <a:lnTo>
                    <a:pt x="681853" y="208777"/>
                  </a:lnTo>
                  <a:lnTo>
                    <a:pt x="273763" y="363665"/>
                  </a:lnTo>
                  <a:close/>
                  <a:moveTo>
                    <a:pt x="137812" y="295631"/>
                  </a:moveTo>
                  <a:lnTo>
                    <a:pt x="237758" y="345546"/>
                  </a:lnTo>
                  <a:lnTo>
                    <a:pt x="273763" y="363665"/>
                  </a:lnTo>
                  <a:lnTo>
                    <a:pt x="681853" y="208777"/>
                  </a:lnTo>
                  <a:lnTo>
                    <a:pt x="545785" y="140742"/>
                  </a:lnTo>
                  <a:lnTo>
                    <a:pt x="137812" y="295631"/>
                  </a:lnTo>
                  <a:close/>
                  <a:moveTo>
                    <a:pt x="137812" y="223973"/>
                  </a:moveTo>
                  <a:lnTo>
                    <a:pt x="137812" y="295631"/>
                  </a:lnTo>
                  <a:lnTo>
                    <a:pt x="545785" y="140742"/>
                  </a:lnTo>
                  <a:lnTo>
                    <a:pt x="545785" y="69083"/>
                  </a:lnTo>
                  <a:lnTo>
                    <a:pt x="137812" y="223973"/>
                  </a:lnTo>
                  <a:close/>
                  <a:moveTo>
                    <a:pt x="456" y="155354"/>
                  </a:moveTo>
                  <a:lnTo>
                    <a:pt x="137812" y="223973"/>
                  </a:lnTo>
                  <a:lnTo>
                    <a:pt x="545785" y="69083"/>
                  </a:lnTo>
                  <a:lnTo>
                    <a:pt x="408079" y="231"/>
                  </a:lnTo>
                  <a:lnTo>
                    <a:pt x="456" y="155354"/>
                  </a:lnTo>
                  <a:close/>
                  <a:moveTo>
                    <a:pt x="580788" y="918997"/>
                  </a:moveTo>
                  <a:cubicBezTo>
                    <a:pt x="548484" y="906633"/>
                    <a:pt x="531486" y="890631"/>
                    <a:pt x="529792" y="874438"/>
                  </a:cubicBezTo>
                  <a:cubicBezTo>
                    <a:pt x="529699" y="873543"/>
                    <a:pt x="529652" y="872646"/>
                    <a:pt x="529652" y="871749"/>
                  </a:cubicBezTo>
                  <a:cubicBezTo>
                    <a:pt x="529652" y="854650"/>
                    <a:pt x="546697" y="837549"/>
                    <a:pt x="580788" y="824502"/>
                  </a:cubicBezTo>
                  <a:lnTo>
                    <a:pt x="685040" y="784604"/>
                  </a:lnTo>
                  <a:lnTo>
                    <a:pt x="1091766" y="628942"/>
                  </a:lnTo>
                  <a:lnTo>
                    <a:pt x="1177725" y="596045"/>
                  </a:lnTo>
                  <a:cubicBezTo>
                    <a:pt x="1245905" y="569951"/>
                    <a:pt x="1356449" y="569951"/>
                    <a:pt x="1424630" y="596045"/>
                  </a:cubicBezTo>
                  <a:lnTo>
                    <a:pt x="2021566" y="824502"/>
                  </a:lnTo>
                  <a:cubicBezTo>
                    <a:pt x="2055614" y="837533"/>
                    <a:pt x="2072660" y="854607"/>
                    <a:pt x="2072702" y="871686"/>
                  </a:cubicBezTo>
                  <a:cubicBezTo>
                    <a:pt x="2072702" y="871728"/>
                    <a:pt x="2072702" y="871771"/>
                    <a:pt x="2072702" y="871813"/>
                  </a:cubicBezTo>
                  <a:cubicBezTo>
                    <a:pt x="2072660" y="888892"/>
                    <a:pt x="2055614" y="905966"/>
                    <a:pt x="2021566" y="918997"/>
                  </a:cubicBezTo>
                  <a:lnTo>
                    <a:pt x="1424630" y="1147454"/>
                  </a:lnTo>
                  <a:cubicBezTo>
                    <a:pt x="1356449" y="1173548"/>
                    <a:pt x="1245905" y="1173548"/>
                    <a:pt x="1177725" y="1147454"/>
                  </a:cubicBezTo>
                  <a:lnTo>
                    <a:pt x="1063052" y="1103567"/>
                  </a:lnTo>
                  <a:lnTo>
                    <a:pt x="655864" y="947730"/>
                  </a:lnTo>
                  <a:lnTo>
                    <a:pt x="580788" y="918997"/>
                  </a:lnTo>
                  <a:close/>
                  <a:moveTo>
                    <a:pt x="137812" y="295631"/>
                  </a:moveTo>
                  <a:lnTo>
                    <a:pt x="137812" y="223973"/>
                  </a:lnTo>
                  <a:lnTo>
                    <a:pt x="456" y="155354"/>
                  </a:lnTo>
                  <a:lnTo>
                    <a:pt x="456" y="350837"/>
                  </a:lnTo>
                  <a:lnTo>
                    <a:pt x="529779" y="893325"/>
                  </a:lnTo>
                  <a:lnTo>
                    <a:pt x="529792" y="874438"/>
                  </a:lnTo>
                  <a:cubicBezTo>
                    <a:pt x="529699" y="873543"/>
                    <a:pt x="529652" y="872646"/>
                    <a:pt x="529652" y="871749"/>
                  </a:cubicBezTo>
                  <a:cubicBezTo>
                    <a:pt x="529652" y="854650"/>
                    <a:pt x="546697" y="837549"/>
                    <a:pt x="580788" y="824502"/>
                  </a:cubicBezTo>
                  <a:lnTo>
                    <a:pt x="685040" y="784604"/>
                  </a:lnTo>
                  <a:lnTo>
                    <a:pt x="545784" y="714716"/>
                  </a:lnTo>
                  <a:lnTo>
                    <a:pt x="545784" y="643058"/>
                  </a:lnTo>
                  <a:lnTo>
                    <a:pt x="409832" y="575020"/>
                  </a:lnTo>
                  <a:lnTo>
                    <a:pt x="409832" y="503361"/>
                  </a:lnTo>
                  <a:lnTo>
                    <a:pt x="273880" y="435327"/>
                  </a:lnTo>
                  <a:lnTo>
                    <a:pt x="273763" y="363665"/>
                  </a:lnTo>
                  <a:lnTo>
                    <a:pt x="237758" y="345546"/>
                  </a:lnTo>
                  <a:lnTo>
                    <a:pt x="137812" y="295631"/>
                  </a:lnTo>
                  <a:close/>
                  <a:moveTo>
                    <a:pt x="953758" y="559827"/>
                  </a:moveTo>
                  <a:lnTo>
                    <a:pt x="545784" y="714716"/>
                  </a:lnTo>
                  <a:lnTo>
                    <a:pt x="685040" y="784604"/>
                  </a:lnTo>
                  <a:lnTo>
                    <a:pt x="1091766" y="628942"/>
                  </a:lnTo>
                  <a:lnTo>
                    <a:pt x="953758" y="559827"/>
                  </a:lnTo>
                  <a:close/>
                  <a:moveTo>
                    <a:pt x="2021566" y="918997"/>
                  </a:moveTo>
                  <a:lnTo>
                    <a:pt x="1424630" y="1147454"/>
                  </a:lnTo>
                  <a:cubicBezTo>
                    <a:pt x="1356449" y="1173548"/>
                    <a:pt x="1245905" y="1173548"/>
                    <a:pt x="1177725" y="1147454"/>
                  </a:cubicBezTo>
                  <a:lnTo>
                    <a:pt x="1063052" y="1103567"/>
                  </a:lnTo>
                  <a:lnTo>
                    <a:pt x="1063052" y="1298829"/>
                  </a:lnTo>
                  <a:lnTo>
                    <a:pt x="1177725" y="1342716"/>
                  </a:lnTo>
                  <a:cubicBezTo>
                    <a:pt x="1245905" y="1368810"/>
                    <a:pt x="1356449" y="1368810"/>
                    <a:pt x="1424630" y="1342716"/>
                  </a:cubicBezTo>
                  <a:lnTo>
                    <a:pt x="2021566" y="1114259"/>
                  </a:lnTo>
                  <a:cubicBezTo>
                    <a:pt x="2055614" y="1101228"/>
                    <a:pt x="2072660" y="1084155"/>
                    <a:pt x="2072702" y="1067075"/>
                  </a:cubicBezTo>
                  <a:lnTo>
                    <a:pt x="2072702" y="871813"/>
                  </a:lnTo>
                  <a:cubicBezTo>
                    <a:pt x="2072660" y="888892"/>
                    <a:pt x="2055614" y="905966"/>
                    <a:pt x="2021566" y="918997"/>
                  </a:cubicBezTo>
                  <a:close/>
                  <a:moveTo>
                    <a:pt x="529792" y="874438"/>
                  </a:moveTo>
                  <a:lnTo>
                    <a:pt x="529779" y="893325"/>
                  </a:lnTo>
                  <a:lnTo>
                    <a:pt x="529693" y="1010972"/>
                  </a:lnTo>
                  <a:lnTo>
                    <a:pt x="655864" y="947730"/>
                  </a:lnTo>
                  <a:lnTo>
                    <a:pt x="580788" y="918997"/>
                  </a:lnTo>
                  <a:cubicBezTo>
                    <a:pt x="548484" y="906633"/>
                    <a:pt x="531486" y="890631"/>
                    <a:pt x="529792" y="874438"/>
                  </a:cubicBezTo>
                  <a:close/>
                  <a:moveTo>
                    <a:pt x="2072702" y="871686"/>
                  </a:moveTo>
                  <a:lnTo>
                    <a:pt x="2072702" y="871813"/>
                  </a:lnTo>
                  <a:lnTo>
                    <a:pt x="2072702" y="871686"/>
                  </a:ln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it-IT" sz="2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igura a mano libera: forma 21">
              <a:extLst>
                <a:ext uri="{FF2B5EF4-FFF2-40B4-BE49-F238E27FC236}">
                  <a16:creationId xmlns:a16="http://schemas.microsoft.com/office/drawing/2014/main" id="{C74886F6-3C5E-0EF7-D815-E57C4F38EA30}"/>
                </a:ext>
              </a:extLst>
            </p:cNvPr>
            <p:cNvSpPr/>
            <p:nvPr/>
          </p:nvSpPr>
          <p:spPr>
            <a:xfrm>
              <a:off x="4557154" y="3333750"/>
              <a:ext cx="2072245" cy="1362056"/>
            </a:xfrm>
            <a:custGeom>
              <a:avLst/>
              <a:gdLst>
                <a:gd name="connsiteX0" fmla="*/ 1527269 w 2072245"/>
                <a:gd name="connsiteY0" fmla="*/ 643157 h 1362056"/>
                <a:gd name="connsiteX1" fmla="*/ 1527269 w 2072245"/>
                <a:gd name="connsiteY1" fmla="*/ 714815 h 1362056"/>
                <a:gd name="connsiteX2" fmla="*/ 1119295 w 2072245"/>
                <a:gd name="connsiteY2" fmla="*/ 559927 h 1362056"/>
                <a:gd name="connsiteX3" fmla="*/ 1119412 w 2072245"/>
                <a:gd name="connsiteY3" fmla="*/ 488266 h 1362056"/>
                <a:gd name="connsiteX4" fmla="*/ 1527269 w 2072245"/>
                <a:gd name="connsiteY4" fmla="*/ 643157 h 1362056"/>
                <a:gd name="connsiteX5" fmla="*/ 1255364 w 2072245"/>
                <a:gd name="connsiteY5" fmla="*/ 420227 h 1362056"/>
                <a:gd name="connsiteX6" fmla="*/ 1663220 w 2072245"/>
                <a:gd name="connsiteY6" fmla="*/ 575119 h 1362056"/>
                <a:gd name="connsiteX7" fmla="*/ 1527269 w 2072245"/>
                <a:gd name="connsiteY7" fmla="*/ 643157 h 1362056"/>
                <a:gd name="connsiteX8" fmla="*/ 1119412 w 2072245"/>
                <a:gd name="connsiteY8" fmla="*/ 488266 h 1362056"/>
                <a:gd name="connsiteX9" fmla="*/ 1255364 w 2072245"/>
                <a:gd name="connsiteY9" fmla="*/ 420227 h 1362056"/>
                <a:gd name="connsiteX10" fmla="*/ 1663220 w 2072245"/>
                <a:gd name="connsiteY10" fmla="*/ 503461 h 1362056"/>
                <a:gd name="connsiteX11" fmla="*/ 1663220 w 2072245"/>
                <a:gd name="connsiteY11" fmla="*/ 575119 h 1362056"/>
                <a:gd name="connsiteX12" fmla="*/ 1255364 w 2072245"/>
                <a:gd name="connsiteY12" fmla="*/ 420227 h 1362056"/>
                <a:gd name="connsiteX13" fmla="*/ 1255364 w 2072245"/>
                <a:gd name="connsiteY13" fmla="*/ 348571 h 1362056"/>
                <a:gd name="connsiteX14" fmla="*/ 1663220 w 2072245"/>
                <a:gd name="connsiteY14" fmla="*/ 503461 h 1362056"/>
                <a:gd name="connsiteX15" fmla="*/ 1391200 w 2072245"/>
                <a:gd name="connsiteY15" fmla="*/ 280531 h 1362056"/>
                <a:gd name="connsiteX16" fmla="*/ 1799173 w 2072245"/>
                <a:gd name="connsiteY16" fmla="*/ 435426 h 1362056"/>
                <a:gd name="connsiteX17" fmla="*/ 1663220 w 2072245"/>
                <a:gd name="connsiteY17" fmla="*/ 503461 h 1362056"/>
                <a:gd name="connsiteX18" fmla="*/ 1255364 w 2072245"/>
                <a:gd name="connsiteY18" fmla="*/ 348571 h 1362056"/>
                <a:gd name="connsiteX19" fmla="*/ 1391200 w 2072245"/>
                <a:gd name="connsiteY19" fmla="*/ 280531 h 1362056"/>
                <a:gd name="connsiteX20" fmla="*/ 1799290 w 2072245"/>
                <a:gd name="connsiteY20" fmla="*/ 363764 h 1362056"/>
                <a:gd name="connsiteX21" fmla="*/ 1799173 w 2072245"/>
                <a:gd name="connsiteY21" fmla="*/ 435426 h 1362056"/>
                <a:gd name="connsiteX22" fmla="*/ 1391200 w 2072245"/>
                <a:gd name="connsiteY22" fmla="*/ 280531 h 1362056"/>
                <a:gd name="connsiteX23" fmla="*/ 1391200 w 2072245"/>
                <a:gd name="connsiteY23" fmla="*/ 208876 h 1362056"/>
                <a:gd name="connsiteX24" fmla="*/ 1799290 w 2072245"/>
                <a:gd name="connsiteY24" fmla="*/ 363764 h 1362056"/>
                <a:gd name="connsiteX25" fmla="*/ 1935242 w 2072245"/>
                <a:gd name="connsiteY25" fmla="*/ 295731 h 1362056"/>
                <a:gd name="connsiteX26" fmla="*/ 1835294 w 2072245"/>
                <a:gd name="connsiteY26" fmla="*/ 345646 h 1362056"/>
                <a:gd name="connsiteX27" fmla="*/ 1799290 w 2072245"/>
                <a:gd name="connsiteY27" fmla="*/ 363764 h 1362056"/>
                <a:gd name="connsiteX28" fmla="*/ 1391200 w 2072245"/>
                <a:gd name="connsiteY28" fmla="*/ 208876 h 1362056"/>
                <a:gd name="connsiteX29" fmla="*/ 1527269 w 2072245"/>
                <a:gd name="connsiteY29" fmla="*/ 140842 h 1362056"/>
                <a:gd name="connsiteX30" fmla="*/ 1935242 w 2072245"/>
                <a:gd name="connsiteY30" fmla="*/ 295731 h 1362056"/>
                <a:gd name="connsiteX31" fmla="*/ 1935242 w 2072245"/>
                <a:gd name="connsiteY31" fmla="*/ 224072 h 1362056"/>
                <a:gd name="connsiteX32" fmla="*/ 1935242 w 2072245"/>
                <a:gd name="connsiteY32" fmla="*/ 295731 h 1362056"/>
                <a:gd name="connsiteX33" fmla="*/ 1527269 w 2072245"/>
                <a:gd name="connsiteY33" fmla="*/ 140842 h 1362056"/>
                <a:gd name="connsiteX34" fmla="*/ 1527268 w 2072245"/>
                <a:gd name="connsiteY34" fmla="*/ 69182 h 1362056"/>
                <a:gd name="connsiteX35" fmla="*/ 1935242 w 2072245"/>
                <a:gd name="connsiteY35" fmla="*/ 224072 h 1362056"/>
                <a:gd name="connsiteX36" fmla="*/ 2072596 w 2072245"/>
                <a:gd name="connsiteY36" fmla="*/ 155453 h 1362056"/>
                <a:gd name="connsiteX37" fmla="*/ 1935242 w 2072245"/>
                <a:gd name="connsiteY37" fmla="*/ 224072 h 1362056"/>
                <a:gd name="connsiteX38" fmla="*/ 1527268 w 2072245"/>
                <a:gd name="connsiteY38" fmla="*/ 69182 h 1362056"/>
                <a:gd name="connsiteX39" fmla="*/ 1664974 w 2072245"/>
                <a:gd name="connsiteY39" fmla="*/ 330 h 1362056"/>
                <a:gd name="connsiteX40" fmla="*/ 2072596 w 2072245"/>
                <a:gd name="connsiteY40" fmla="*/ 155453 h 1362056"/>
                <a:gd name="connsiteX41" fmla="*/ 1492265 w 2072245"/>
                <a:gd name="connsiteY41" fmla="*/ 919096 h 1362056"/>
                <a:gd name="connsiteX42" fmla="*/ 1543261 w 2072245"/>
                <a:gd name="connsiteY42" fmla="*/ 874537 h 1362056"/>
                <a:gd name="connsiteX43" fmla="*/ 1543401 w 2072245"/>
                <a:gd name="connsiteY43" fmla="*/ 871848 h 1362056"/>
                <a:gd name="connsiteX44" fmla="*/ 1492265 w 2072245"/>
                <a:gd name="connsiteY44" fmla="*/ 824602 h 1362056"/>
                <a:gd name="connsiteX45" fmla="*/ 1388012 w 2072245"/>
                <a:gd name="connsiteY45" fmla="*/ 784703 h 1362056"/>
                <a:gd name="connsiteX46" fmla="*/ 981286 w 2072245"/>
                <a:gd name="connsiteY46" fmla="*/ 629042 h 1362056"/>
                <a:gd name="connsiteX47" fmla="*/ 895328 w 2072245"/>
                <a:gd name="connsiteY47" fmla="*/ 596144 h 1362056"/>
                <a:gd name="connsiteX48" fmla="*/ 648423 w 2072245"/>
                <a:gd name="connsiteY48" fmla="*/ 596144 h 1362056"/>
                <a:gd name="connsiteX49" fmla="*/ 51486 w 2072245"/>
                <a:gd name="connsiteY49" fmla="*/ 824602 h 1362056"/>
                <a:gd name="connsiteX50" fmla="*/ 350 w 2072245"/>
                <a:gd name="connsiteY50" fmla="*/ 871786 h 1362056"/>
                <a:gd name="connsiteX51" fmla="*/ 350 w 2072245"/>
                <a:gd name="connsiteY51" fmla="*/ 871912 h 1362056"/>
                <a:gd name="connsiteX52" fmla="*/ 51486 w 2072245"/>
                <a:gd name="connsiteY52" fmla="*/ 919096 h 1362056"/>
                <a:gd name="connsiteX53" fmla="*/ 648423 w 2072245"/>
                <a:gd name="connsiteY53" fmla="*/ 1147553 h 1362056"/>
                <a:gd name="connsiteX54" fmla="*/ 895328 w 2072245"/>
                <a:gd name="connsiteY54" fmla="*/ 1147553 h 1362056"/>
                <a:gd name="connsiteX55" fmla="*/ 1010000 w 2072245"/>
                <a:gd name="connsiteY55" fmla="*/ 1103666 h 1362056"/>
                <a:gd name="connsiteX56" fmla="*/ 1417189 w 2072245"/>
                <a:gd name="connsiteY56" fmla="*/ 947829 h 1362056"/>
                <a:gd name="connsiteX57" fmla="*/ 1492265 w 2072245"/>
                <a:gd name="connsiteY57" fmla="*/ 919096 h 1362056"/>
                <a:gd name="connsiteX58" fmla="*/ 1935242 w 2072245"/>
                <a:gd name="connsiteY58" fmla="*/ 295731 h 1362056"/>
                <a:gd name="connsiteX59" fmla="*/ 1935242 w 2072245"/>
                <a:gd name="connsiteY59" fmla="*/ 224072 h 1362056"/>
                <a:gd name="connsiteX60" fmla="*/ 2072596 w 2072245"/>
                <a:gd name="connsiteY60" fmla="*/ 155453 h 1362056"/>
                <a:gd name="connsiteX61" fmla="*/ 2072596 w 2072245"/>
                <a:gd name="connsiteY61" fmla="*/ 350937 h 1362056"/>
                <a:gd name="connsiteX62" fmla="*/ 1543274 w 2072245"/>
                <a:gd name="connsiteY62" fmla="*/ 893425 h 1362056"/>
                <a:gd name="connsiteX63" fmla="*/ 1543261 w 2072245"/>
                <a:gd name="connsiteY63" fmla="*/ 874537 h 1362056"/>
                <a:gd name="connsiteX64" fmla="*/ 1543401 w 2072245"/>
                <a:gd name="connsiteY64" fmla="*/ 871848 h 1362056"/>
                <a:gd name="connsiteX65" fmla="*/ 1492265 w 2072245"/>
                <a:gd name="connsiteY65" fmla="*/ 824602 h 1362056"/>
                <a:gd name="connsiteX66" fmla="*/ 1388012 w 2072245"/>
                <a:gd name="connsiteY66" fmla="*/ 784703 h 1362056"/>
                <a:gd name="connsiteX67" fmla="*/ 1527269 w 2072245"/>
                <a:gd name="connsiteY67" fmla="*/ 714815 h 1362056"/>
                <a:gd name="connsiteX68" fmla="*/ 1527269 w 2072245"/>
                <a:gd name="connsiteY68" fmla="*/ 643157 h 1362056"/>
                <a:gd name="connsiteX69" fmla="*/ 1663220 w 2072245"/>
                <a:gd name="connsiteY69" fmla="*/ 575119 h 1362056"/>
                <a:gd name="connsiteX70" fmla="*/ 1663220 w 2072245"/>
                <a:gd name="connsiteY70" fmla="*/ 503461 h 1362056"/>
                <a:gd name="connsiteX71" fmla="*/ 1799173 w 2072245"/>
                <a:gd name="connsiteY71" fmla="*/ 435426 h 1362056"/>
                <a:gd name="connsiteX72" fmla="*/ 1799290 w 2072245"/>
                <a:gd name="connsiteY72" fmla="*/ 363764 h 1362056"/>
                <a:gd name="connsiteX73" fmla="*/ 1835294 w 2072245"/>
                <a:gd name="connsiteY73" fmla="*/ 345646 h 1362056"/>
                <a:gd name="connsiteX74" fmla="*/ 1935242 w 2072245"/>
                <a:gd name="connsiteY74" fmla="*/ 295731 h 1362056"/>
                <a:gd name="connsiteX75" fmla="*/ 1119295 w 2072245"/>
                <a:gd name="connsiteY75" fmla="*/ 559927 h 1362056"/>
                <a:gd name="connsiteX76" fmla="*/ 1527269 w 2072245"/>
                <a:gd name="connsiteY76" fmla="*/ 714815 h 1362056"/>
                <a:gd name="connsiteX77" fmla="*/ 1388012 w 2072245"/>
                <a:gd name="connsiteY77" fmla="*/ 784703 h 1362056"/>
                <a:gd name="connsiteX78" fmla="*/ 981286 w 2072245"/>
                <a:gd name="connsiteY78" fmla="*/ 629042 h 1362056"/>
                <a:gd name="connsiteX79" fmla="*/ 1119295 w 2072245"/>
                <a:gd name="connsiteY79" fmla="*/ 559927 h 1362056"/>
                <a:gd name="connsiteX80" fmla="*/ 51486 w 2072245"/>
                <a:gd name="connsiteY80" fmla="*/ 919096 h 1362056"/>
                <a:gd name="connsiteX81" fmla="*/ 648423 w 2072245"/>
                <a:gd name="connsiteY81" fmla="*/ 1147553 h 1362056"/>
                <a:gd name="connsiteX82" fmla="*/ 895328 w 2072245"/>
                <a:gd name="connsiteY82" fmla="*/ 1147553 h 1362056"/>
                <a:gd name="connsiteX83" fmla="*/ 1010000 w 2072245"/>
                <a:gd name="connsiteY83" fmla="*/ 1103666 h 1362056"/>
                <a:gd name="connsiteX84" fmla="*/ 1010000 w 2072245"/>
                <a:gd name="connsiteY84" fmla="*/ 1298929 h 1362056"/>
                <a:gd name="connsiteX85" fmla="*/ 895328 w 2072245"/>
                <a:gd name="connsiteY85" fmla="*/ 1342816 h 1362056"/>
                <a:gd name="connsiteX86" fmla="*/ 648423 w 2072245"/>
                <a:gd name="connsiteY86" fmla="*/ 1342816 h 1362056"/>
                <a:gd name="connsiteX87" fmla="*/ 51486 w 2072245"/>
                <a:gd name="connsiteY87" fmla="*/ 1114359 h 1362056"/>
                <a:gd name="connsiteX88" fmla="*/ 350 w 2072245"/>
                <a:gd name="connsiteY88" fmla="*/ 1067175 h 1362056"/>
                <a:gd name="connsiteX89" fmla="*/ 350 w 2072245"/>
                <a:gd name="connsiteY89" fmla="*/ 871912 h 1362056"/>
                <a:gd name="connsiteX90" fmla="*/ 51486 w 2072245"/>
                <a:gd name="connsiteY90" fmla="*/ 919096 h 1362056"/>
                <a:gd name="connsiteX91" fmla="*/ 1543274 w 2072245"/>
                <a:gd name="connsiteY91" fmla="*/ 893425 h 1362056"/>
                <a:gd name="connsiteX92" fmla="*/ 1543261 w 2072245"/>
                <a:gd name="connsiteY92" fmla="*/ 874537 h 1362056"/>
                <a:gd name="connsiteX93" fmla="*/ 1492265 w 2072245"/>
                <a:gd name="connsiteY93" fmla="*/ 919096 h 1362056"/>
                <a:gd name="connsiteX94" fmla="*/ 1417189 w 2072245"/>
                <a:gd name="connsiteY94" fmla="*/ 947829 h 1362056"/>
                <a:gd name="connsiteX95" fmla="*/ 1543360 w 2072245"/>
                <a:gd name="connsiteY95" fmla="*/ 1011072 h 1362056"/>
                <a:gd name="connsiteX96" fmla="*/ 1543274 w 2072245"/>
                <a:gd name="connsiteY96" fmla="*/ 893425 h 1362056"/>
                <a:gd name="connsiteX97" fmla="*/ 350 w 2072245"/>
                <a:gd name="connsiteY97" fmla="*/ 871786 h 1362056"/>
                <a:gd name="connsiteX98" fmla="*/ 350 w 2072245"/>
                <a:gd name="connsiteY98" fmla="*/ 871912 h 1362056"/>
                <a:gd name="connsiteX99" fmla="*/ 350 w 2072245"/>
                <a:gd name="connsiteY99" fmla="*/ 871786 h 136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072245" h="1362056">
                  <a:moveTo>
                    <a:pt x="1527269" y="643157"/>
                  </a:moveTo>
                  <a:lnTo>
                    <a:pt x="1527269" y="714815"/>
                  </a:lnTo>
                  <a:lnTo>
                    <a:pt x="1119295" y="559927"/>
                  </a:lnTo>
                  <a:lnTo>
                    <a:pt x="1119412" y="488266"/>
                  </a:lnTo>
                  <a:lnTo>
                    <a:pt x="1527269" y="643157"/>
                  </a:lnTo>
                  <a:close/>
                  <a:moveTo>
                    <a:pt x="1255364" y="420227"/>
                  </a:moveTo>
                  <a:lnTo>
                    <a:pt x="1663220" y="575119"/>
                  </a:lnTo>
                  <a:lnTo>
                    <a:pt x="1527269" y="643157"/>
                  </a:lnTo>
                  <a:lnTo>
                    <a:pt x="1119412" y="488266"/>
                  </a:lnTo>
                  <a:lnTo>
                    <a:pt x="1255364" y="420227"/>
                  </a:lnTo>
                  <a:close/>
                  <a:moveTo>
                    <a:pt x="1663220" y="503461"/>
                  </a:moveTo>
                  <a:lnTo>
                    <a:pt x="1663220" y="575119"/>
                  </a:lnTo>
                  <a:lnTo>
                    <a:pt x="1255364" y="420227"/>
                  </a:lnTo>
                  <a:lnTo>
                    <a:pt x="1255364" y="348571"/>
                  </a:lnTo>
                  <a:lnTo>
                    <a:pt x="1663220" y="503461"/>
                  </a:lnTo>
                  <a:close/>
                  <a:moveTo>
                    <a:pt x="1391200" y="280531"/>
                  </a:moveTo>
                  <a:lnTo>
                    <a:pt x="1799173" y="435426"/>
                  </a:lnTo>
                  <a:lnTo>
                    <a:pt x="1663220" y="503461"/>
                  </a:lnTo>
                  <a:lnTo>
                    <a:pt x="1255364" y="348571"/>
                  </a:lnTo>
                  <a:lnTo>
                    <a:pt x="1391200" y="280531"/>
                  </a:lnTo>
                  <a:close/>
                  <a:moveTo>
                    <a:pt x="1799290" y="363764"/>
                  </a:moveTo>
                  <a:lnTo>
                    <a:pt x="1799173" y="435426"/>
                  </a:lnTo>
                  <a:lnTo>
                    <a:pt x="1391200" y="280531"/>
                  </a:lnTo>
                  <a:lnTo>
                    <a:pt x="1391200" y="208876"/>
                  </a:lnTo>
                  <a:lnTo>
                    <a:pt x="1799290" y="363764"/>
                  </a:lnTo>
                  <a:close/>
                  <a:moveTo>
                    <a:pt x="1935242" y="295731"/>
                  </a:moveTo>
                  <a:lnTo>
                    <a:pt x="1835294" y="345646"/>
                  </a:lnTo>
                  <a:lnTo>
                    <a:pt x="1799290" y="363764"/>
                  </a:lnTo>
                  <a:lnTo>
                    <a:pt x="1391200" y="208876"/>
                  </a:lnTo>
                  <a:lnTo>
                    <a:pt x="1527269" y="140842"/>
                  </a:lnTo>
                  <a:lnTo>
                    <a:pt x="1935242" y="295731"/>
                  </a:lnTo>
                  <a:close/>
                  <a:moveTo>
                    <a:pt x="1935242" y="224072"/>
                  </a:moveTo>
                  <a:lnTo>
                    <a:pt x="1935242" y="295731"/>
                  </a:lnTo>
                  <a:lnTo>
                    <a:pt x="1527269" y="140842"/>
                  </a:lnTo>
                  <a:lnTo>
                    <a:pt x="1527268" y="69182"/>
                  </a:lnTo>
                  <a:lnTo>
                    <a:pt x="1935242" y="224072"/>
                  </a:lnTo>
                  <a:close/>
                  <a:moveTo>
                    <a:pt x="2072596" y="155453"/>
                  </a:moveTo>
                  <a:lnTo>
                    <a:pt x="1935242" y="224072"/>
                  </a:lnTo>
                  <a:lnTo>
                    <a:pt x="1527268" y="69182"/>
                  </a:lnTo>
                  <a:lnTo>
                    <a:pt x="1664974" y="330"/>
                  </a:lnTo>
                  <a:lnTo>
                    <a:pt x="2072596" y="155453"/>
                  </a:lnTo>
                  <a:close/>
                  <a:moveTo>
                    <a:pt x="1492265" y="919096"/>
                  </a:moveTo>
                  <a:cubicBezTo>
                    <a:pt x="1524569" y="906733"/>
                    <a:pt x="1541567" y="890731"/>
                    <a:pt x="1543261" y="874537"/>
                  </a:cubicBezTo>
                  <a:cubicBezTo>
                    <a:pt x="1543354" y="873642"/>
                    <a:pt x="1543401" y="872746"/>
                    <a:pt x="1543401" y="871848"/>
                  </a:cubicBezTo>
                  <a:cubicBezTo>
                    <a:pt x="1543401" y="854749"/>
                    <a:pt x="1526355" y="837649"/>
                    <a:pt x="1492265" y="824602"/>
                  </a:cubicBezTo>
                  <a:lnTo>
                    <a:pt x="1388012" y="784703"/>
                  </a:lnTo>
                  <a:lnTo>
                    <a:pt x="981286" y="629042"/>
                  </a:lnTo>
                  <a:lnTo>
                    <a:pt x="895328" y="596144"/>
                  </a:lnTo>
                  <a:cubicBezTo>
                    <a:pt x="827147" y="570051"/>
                    <a:pt x="716604" y="570051"/>
                    <a:pt x="648423" y="596144"/>
                  </a:cubicBezTo>
                  <a:lnTo>
                    <a:pt x="51486" y="824602"/>
                  </a:lnTo>
                  <a:cubicBezTo>
                    <a:pt x="17438" y="837633"/>
                    <a:pt x="392" y="854706"/>
                    <a:pt x="350" y="871786"/>
                  </a:cubicBezTo>
                  <a:cubicBezTo>
                    <a:pt x="350" y="871827"/>
                    <a:pt x="350" y="871870"/>
                    <a:pt x="350" y="871912"/>
                  </a:cubicBezTo>
                  <a:cubicBezTo>
                    <a:pt x="392" y="888992"/>
                    <a:pt x="17438" y="906065"/>
                    <a:pt x="51486" y="919096"/>
                  </a:cubicBezTo>
                  <a:lnTo>
                    <a:pt x="648423" y="1147553"/>
                  </a:lnTo>
                  <a:cubicBezTo>
                    <a:pt x="716604" y="1173647"/>
                    <a:pt x="827147" y="1173647"/>
                    <a:pt x="895328" y="1147553"/>
                  </a:cubicBezTo>
                  <a:lnTo>
                    <a:pt x="1010000" y="1103666"/>
                  </a:lnTo>
                  <a:lnTo>
                    <a:pt x="1417189" y="947829"/>
                  </a:lnTo>
                  <a:lnTo>
                    <a:pt x="1492265" y="919096"/>
                  </a:lnTo>
                  <a:close/>
                  <a:moveTo>
                    <a:pt x="1935242" y="295731"/>
                  </a:moveTo>
                  <a:lnTo>
                    <a:pt x="1935242" y="224072"/>
                  </a:lnTo>
                  <a:lnTo>
                    <a:pt x="2072596" y="155453"/>
                  </a:lnTo>
                  <a:lnTo>
                    <a:pt x="2072596" y="350937"/>
                  </a:lnTo>
                  <a:lnTo>
                    <a:pt x="1543274" y="893425"/>
                  </a:lnTo>
                  <a:lnTo>
                    <a:pt x="1543261" y="874537"/>
                  </a:lnTo>
                  <a:cubicBezTo>
                    <a:pt x="1543354" y="873642"/>
                    <a:pt x="1543401" y="872746"/>
                    <a:pt x="1543401" y="871848"/>
                  </a:cubicBezTo>
                  <a:cubicBezTo>
                    <a:pt x="1543401" y="854749"/>
                    <a:pt x="1526355" y="837649"/>
                    <a:pt x="1492265" y="824602"/>
                  </a:cubicBezTo>
                  <a:lnTo>
                    <a:pt x="1388012" y="784703"/>
                  </a:lnTo>
                  <a:lnTo>
                    <a:pt x="1527269" y="714815"/>
                  </a:lnTo>
                  <a:lnTo>
                    <a:pt x="1527269" y="643157"/>
                  </a:lnTo>
                  <a:lnTo>
                    <a:pt x="1663220" y="575119"/>
                  </a:lnTo>
                  <a:lnTo>
                    <a:pt x="1663220" y="503461"/>
                  </a:lnTo>
                  <a:lnTo>
                    <a:pt x="1799173" y="435426"/>
                  </a:lnTo>
                  <a:lnTo>
                    <a:pt x="1799290" y="363764"/>
                  </a:lnTo>
                  <a:lnTo>
                    <a:pt x="1835294" y="345646"/>
                  </a:lnTo>
                  <a:lnTo>
                    <a:pt x="1935242" y="295731"/>
                  </a:lnTo>
                  <a:close/>
                  <a:moveTo>
                    <a:pt x="1119295" y="559927"/>
                  </a:moveTo>
                  <a:lnTo>
                    <a:pt x="1527269" y="714815"/>
                  </a:lnTo>
                  <a:lnTo>
                    <a:pt x="1388012" y="784703"/>
                  </a:lnTo>
                  <a:lnTo>
                    <a:pt x="981286" y="629042"/>
                  </a:lnTo>
                  <a:lnTo>
                    <a:pt x="1119295" y="559927"/>
                  </a:lnTo>
                  <a:close/>
                  <a:moveTo>
                    <a:pt x="51486" y="919096"/>
                  </a:moveTo>
                  <a:lnTo>
                    <a:pt x="648423" y="1147553"/>
                  </a:lnTo>
                  <a:cubicBezTo>
                    <a:pt x="716604" y="1173647"/>
                    <a:pt x="827147" y="1173647"/>
                    <a:pt x="895328" y="1147553"/>
                  </a:cubicBezTo>
                  <a:lnTo>
                    <a:pt x="1010000" y="1103666"/>
                  </a:lnTo>
                  <a:lnTo>
                    <a:pt x="1010000" y="1298929"/>
                  </a:lnTo>
                  <a:lnTo>
                    <a:pt x="895328" y="1342816"/>
                  </a:lnTo>
                  <a:cubicBezTo>
                    <a:pt x="827147" y="1368910"/>
                    <a:pt x="716604" y="1368910"/>
                    <a:pt x="648423" y="1342816"/>
                  </a:cubicBezTo>
                  <a:lnTo>
                    <a:pt x="51486" y="1114359"/>
                  </a:lnTo>
                  <a:cubicBezTo>
                    <a:pt x="17438" y="1101328"/>
                    <a:pt x="392" y="1084254"/>
                    <a:pt x="350" y="1067175"/>
                  </a:cubicBezTo>
                  <a:lnTo>
                    <a:pt x="350" y="871912"/>
                  </a:lnTo>
                  <a:cubicBezTo>
                    <a:pt x="392" y="888992"/>
                    <a:pt x="17438" y="906065"/>
                    <a:pt x="51486" y="919096"/>
                  </a:cubicBezTo>
                  <a:close/>
                  <a:moveTo>
                    <a:pt x="1543274" y="893425"/>
                  </a:moveTo>
                  <a:lnTo>
                    <a:pt x="1543261" y="874537"/>
                  </a:lnTo>
                  <a:cubicBezTo>
                    <a:pt x="1541567" y="890731"/>
                    <a:pt x="1524569" y="906733"/>
                    <a:pt x="1492265" y="919096"/>
                  </a:cubicBezTo>
                  <a:lnTo>
                    <a:pt x="1417189" y="947829"/>
                  </a:lnTo>
                  <a:lnTo>
                    <a:pt x="1543360" y="1011072"/>
                  </a:lnTo>
                  <a:lnTo>
                    <a:pt x="1543274" y="893425"/>
                  </a:lnTo>
                  <a:close/>
                  <a:moveTo>
                    <a:pt x="350" y="871786"/>
                  </a:moveTo>
                  <a:lnTo>
                    <a:pt x="350" y="871912"/>
                  </a:lnTo>
                  <a:lnTo>
                    <a:pt x="350" y="871786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it-IT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igura a mano libera: forma 22">
              <a:extLst>
                <a:ext uri="{FF2B5EF4-FFF2-40B4-BE49-F238E27FC236}">
                  <a16:creationId xmlns:a16="http://schemas.microsoft.com/office/drawing/2014/main" id="{14F5BF86-CEDB-AAFA-F33E-C47E2088F301}"/>
                </a:ext>
              </a:extLst>
            </p:cNvPr>
            <p:cNvSpPr/>
            <p:nvPr/>
          </p:nvSpPr>
          <p:spPr>
            <a:xfrm>
              <a:off x="5564702" y="4281506"/>
              <a:ext cx="2072245" cy="1362056"/>
            </a:xfrm>
            <a:custGeom>
              <a:avLst/>
              <a:gdLst>
                <a:gd name="connsiteX0" fmla="*/ 2021566 w 2072245"/>
                <a:gd name="connsiteY0" fmla="*/ 919196 h 1362056"/>
                <a:gd name="connsiteX1" fmla="*/ 1424630 w 2072245"/>
                <a:gd name="connsiteY1" fmla="*/ 1147653 h 1362056"/>
                <a:gd name="connsiteX2" fmla="*/ 1177724 w 2072245"/>
                <a:gd name="connsiteY2" fmla="*/ 1147653 h 1362056"/>
                <a:gd name="connsiteX3" fmla="*/ 580788 w 2072245"/>
                <a:gd name="connsiteY3" fmla="*/ 919196 h 1362056"/>
                <a:gd name="connsiteX4" fmla="*/ 529792 w 2072245"/>
                <a:gd name="connsiteY4" fmla="*/ 874637 h 1362056"/>
                <a:gd name="connsiteX5" fmla="*/ 529779 w 2072245"/>
                <a:gd name="connsiteY5" fmla="*/ 893524 h 1362056"/>
                <a:gd name="connsiteX6" fmla="*/ 529652 w 2072245"/>
                <a:gd name="connsiteY6" fmla="*/ 1067211 h 1362056"/>
                <a:gd name="connsiteX7" fmla="*/ 580788 w 2072245"/>
                <a:gd name="connsiteY7" fmla="*/ 1114458 h 1362056"/>
                <a:gd name="connsiteX8" fmla="*/ 1177724 w 2072245"/>
                <a:gd name="connsiteY8" fmla="*/ 1342915 h 1362056"/>
                <a:gd name="connsiteX9" fmla="*/ 1424630 w 2072245"/>
                <a:gd name="connsiteY9" fmla="*/ 1342915 h 1362056"/>
                <a:gd name="connsiteX10" fmla="*/ 2021566 w 2072245"/>
                <a:gd name="connsiteY10" fmla="*/ 1114458 h 1362056"/>
                <a:gd name="connsiteX11" fmla="*/ 2072702 w 2072245"/>
                <a:gd name="connsiteY11" fmla="*/ 1067274 h 1362056"/>
                <a:gd name="connsiteX12" fmla="*/ 2072702 w 2072245"/>
                <a:gd name="connsiteY12" fmla="*/ 872012 h 1362056"/>
                <a:gd name="connsiteX13" fmla="*/ 2021566 w 2072245"/>
                <a:gd name="connsiteY13" fmla="*/ 919196 h 1362056"/>
                <a:gd name="connsiteX14" fmla="*/ 2021566 w 2072245"/>
                <a:gd name="connsiteY14" fmla="*/ 824701 h 1362056"/>
                <a:gd name="connsiteX15" fmla="*/ 1424630 w 2072245"/>
                <a:gd name="connsiteY15" fmla="*/ 596244 h 1362056"/>
                <a:gd name="connsiteX16" fmla="*/ 1177724 w 2072245"/>
                <a:gd name="connsiteY16" fmla="*/ 596244 h 1362056"/>
                <a:gd name="connsiteX17" fmla="*/ 1091766 w 2072245"/>
                <a:gd name="connsiteY17" fmla="*/ 629141 h 1362056"/>
                <a:gd name="connsiteX18" fmla="*/ 685040 w 2072245"/>
                <a:gd name="connsiteY18" fmla="*/ 784803 h 1362056"/>
                <a:gd name="connsiteX19" fmla="*/ 580788 w 2072245"/>
                <a:gd name="connsiteY19" fmla="*/ 824701 h 1362056"/>
                <a:gd name="connsiteX20" fmla="*/ 529652 w 2072245"/>
                <a:gd name="connsiteY20" fmla="*/ 871948 h 1362056"/>
                <a:gd name="connsiteX21" fmla="*/ 529792 w 2072245"/>
                <a:gd name="connsiteY21" fmla="*/ 874637 h 1362056"/>
                <a:gd name="connsiteX22" fmla="*/ 580788 w 2072245"/>
                <a:gd name="connsiteY22" fmla="*/ 919196 h 1362056"/>
                <a:gd name="connsiteX23" fmla="*/ 1177724 w 2072245"/>
                <a:gd name="connsiteY23" fmla="*/ 1147653 h 1362056"/>
                <a:gd name="connsiteX24" fmla="*/ 1424630 w 2072245"/>
                <a:gd name="connsiteY24" fmla="*/ 1147653 h 1362056"/>
                <a:gd name="connsiteX25" fmla="*/ 2021566 w 2072245"/>
                <a:gd name="connsiteY25" fmla="*/ 919196 h 1362056"/>
                <a:gd name="connsiteX26" fmla="*/ 2072702 w 2072245"/>
                <a:gd name="connsiteY26" fmla="*/ 872012 h 1362056"/>
                <a:gd name="connsiteX27" fmla="*/ 2072702 w 2072245"/>
                <a:gd name="connsiteY27" fmla="*/ 871885 h 1362056"/>
                <a:gd name="connsiteX28" fmla="*/ 2021566 w 2072245"/>
                <a:gd name="connsiteY28" fmla="*/ 824701 h 1362056"/>
                <a:gd name="connsiteX29" fmla="*/ 137811 w 2072245"/>
                <a:gd name="connsiteY29" fmla="*/ 295830 h 1362056"/>
                <a:gd name="connsiteX30" fmla="*/ 137811 w 2072245"/>
                <a:gd name="connsiteY30" fmla="*/ 224172 h 1362056"/>
                <a:gd name="connsiteX31" fmla="*/ 456 w 2072245"/>
                <a:gd name="connsiteY31" fmla="*/ 155553 h 1362056"/>
                <a:gd name="connsiteX32" fmla="*/ 456 w 2072245"/>
                <a:gd name="connsiteY32" fmla="*/ 351036 h 1362056"/>
                <a:gd name="connsiteX33" fmla="*/ 529779 w 2072245"/>
                <a:gd name="connsiteY33" fmla="*/ 893524 h 1362056"/>
                <a:gd name="connsiteX34" fmla="*/ 529792 w 2072245"/>
                <a:gd name="connsiteY34" fmla="*/ 874637 h 1362056"/>
                <a:gd name="connsiteX35" fmla="*/ 529652 w 2072245"/>
                <a:gd name="connsiteY35" fmla="*/ 871948 h 1362056"/>
                <a:gd name="connsiteX36" fmla="*/ 580788 w 2072245"/>
                <a:gd name="connsiteY36" fmla="*/ 824701 h 1362056"/>
                <a:gd name="connsiteX37" fmla="*/ 685040 w 2072245"/>
                <a:gd name="connsiteY37" fmla="*/ 784803 h 1362056"/>
                <a:gd name="connsiteX38" fmla="*/ 545783 w 2072245"/>
                <a:gd name="connsiteY38" fmla="*/ 714915 h 1362056"/>
                <a:gd name="connsiteX39" fmla="*/ 545783 w 2072245"/>
                <a:gd name="connsiteY39" fmla="*/ 643257 h 1362056"/>
                <a:gd name="connsiteX40" fmla="*/ 409832 w 2072245"/>
                <a:gd name="connsiteY40" fmla="*/ 575219 h 1362056"/>
                <a:gd name="connsiteX41" fmla="*/ 409832 w 2072245"/>
                <a:gd name="connsiteY41" fmla="*/ 503560 h 1362056"/>
                <a:gd name="connsiteX42" fmla="*/ 273880 w 2072245"/>
                <a:gd name="connsiteY42" fmla="*/ 435526 h 1362056"/>
                <a:gd name="connsiteX43" fmla="*/ 273763 w 2072245"/>
                <a:gd name="connsiteY43" fmla="*/ 363864 h 1362056"/>
                <a:gd name="connsiteX44" fmla="*/ 237758 w 2072245"/>
                <a:gd name="connsiteY44" fmla="*/ 345745 h 1362056"/>
                <a:gd name="connsiteX45" fmla="*/ 137811 w 2072245"/>
                <a:gd name="connsiteY45" fmla="*/ 295830 h 1362056"/>
                <a:gd name="connsiteX46" fmla="*/ 953757 w 2072245"/>
                <a:gd name="connsiteY46" fmla="*/ 560026 h 1362056"/>
                <a:gd name="connsiteX47" fmla="*/ 545783 w 2072245"/>
                <a:gd name="connsiteY47" fmla="*/ 714915 h 1362056"/>
                <a:gd name="connsiteX48" fmla="*/ 685040 w 2072245"/>
                <a:gd name="connsiteY48" fmla="*/ 784803 h 1362056"/>
                <a:gd name="connsiteX49" fmla="*/ 1091766 w 2072245"/>
                <a:gd name="connsiteY49" fmla="*/ 629141 h 1362056"/>
                <a:gd name="connsiteX50" fmla="*/ 953757 w 2072245"/>
                <a:gd name="connsiteY50" fmla="*/ 560026 h 1362056"/>
                <a:gd name="connsiteX51" fmla="*/ 545783 w 2072245"/>
                <a:gd name="connsiteY51" fmla="*/ 643257 h 1362056"/>
                <a:gd name="connsiteX52" fmla="*/ 545783 w 2072245"/>
                <a:gd name="connsiteY52" fmla="*/ 714915 h 1362056"/>
                <a:gd name="connsiteX53" fmla="*/ 953757 w 2072245"/>
                <a:gd name="connsiteY53" fmla="*/ 560026 h 1362056"/>
                <a:gd name="connsiteX54" fmla="*/ 953640 w 2072245"/>
                <a:gd name="connsiteY54" fmla="*/ 488366 h 1362056"/>
                <a:gd name="connsiteX55" fmla="*/ 545783 w 2072245"/>
                <a:gd name="connsiteY55" fmla="*/ 643257 h 1362056"/>
                <a:gd name="connsiteX56" fmla="*/ 817689 w 2072245"/>
                <a:gd name="connsiteY56" fmla="*/ 420327 h 1362056"/>
                <a:gd name="connsiteX57" fmla="*/ 409832 w 2072245"/>
                <a:gd name="connsiteY57" fmla="*/ 575219 h 1362056"/>
                <a:gd name="connsiteX58" fmla="*/ 545783 w 2072245"/>
                <a:gd name="connsiteY58" fmla="*/ 643257 h 1362056"/>
                <a:gd name="connsiteX59" fmla="*/ 953640 w 2072245"/>
                <a:gd name="connsiteY59" fmla="*/ 488366 h 1362056"/>
                <a:gd name="connsiteX60" fmla="*/ 817689 w 2072245"/>
                <a:gd name="connsiteY60" fmla="*/ 420327 h 1362056"/>
                <a:gd name="connsiteX61" fmla="*/ 409832 w 2072245"/>
                <a:gd name="connsiteY61" fmla="*/ 503560 h 1362056"/>
                <a:gd name="connsiteX62" fmla="*/ 409832 w 2072245"/>
                <a:gd name="connsiteY62" fmla="*/ 575219 h 1362056"/>
                <a:gd name="connsiteX63" fmla="*/ 817689 w 2072245"/>
                <a:gd name="connsiteY63" fmla="*/ 420327 h 1362056"/>
                <a:gd name="connsiteX64" fmla="*/ 817688 w 2072245"/>
                <a:gd name="connsiteY64" fmla="*/ 348670 h 1362056"/>
                <a:gd name="connsiteX65" fmla="*/ 409832 w 2072245"/>
                <a:gd name="connsiteY65" fmla="*/ 503560 h 1362056"/>
                <a:gd name="connsiteX66" fmla="*/ 681853 w 2072245"/>
                <a:gd name="connsiteY66" fmla="*/ 280630 h 1362056"/>
                <a:gd name="connsiteX67" fmla="*/ 273880 w 2072245"/>
                <a:gd name="connsiteY67" fmla="*/ 435526 h 1362056"/>
                <a:gd name="connsiteX68" fmla="*/ 409832 w 2072245"/>
                <a:gd name="connsiteY68" fmla="*/ 503560 h 1362056"/>
                <a:gd name="connsiteX69" fmla="*/ 817688 w 2072245"/>
                <a:gd name="connsiteY69" fmla="*/ 348670 h 1362056"/>
                <a:gd name="connsiteX70" fmla="*/ 681853 w 2072245"/>
                <a:gd name="connsiteY70" fmla="*/ 280630 h 1362056"/>
                <a:gd name="connsiteX71" fmla="*/ 273763 w 2072245"/>
                <a:gd name="connsiteY71" fmla="*/ 363864 h 1362056"/>
                <a:gd name="connsiteX72" fmla="*/ 273880 w 2072245"/>
                <a:gd name="connsiteY72" fmla="*/ 435526 h 1362056"/>
                <a:gd name="connsiteX73" fmla="*/ 681853 w 2072245"/>
                <a:gd name="connsiteY73" fmla="*/ 280630 h 1362056"/>
                <a:gd name="connsiteX74" fmla="*/ 681853 w 2072245"/>
                <a:gd name="connsiteY74" fmla="*/ 208976 h 1362056"/>
                <a:gd name="connsiteX75" fmla="*/ 273763 w 2072245"/>
                <a:gd name="connsiteY75" fmla="*/ 363864 h 1362056"/>
                <a:gd name="connsiteX76" fmla="*/ 137811 w 2072245"/>
                <a:gd name="connsiteY76" fmla="*/ 295830 h 1362056"/>
                <a:gd name="connsiteX77" fmla="*/ 237758 w 2072245"/>
                <a:gd name="connsiteY77" fmla="*/ 345745 h 1362056"/>
                <a:gd name="connsiteX78" fmla="*/ 273763 w 2072245"/>
                <a:gd name="connsiteY78" fmla="*/ 363864 h 1362056"/>
                <a:gd name="connsiteX79" fmla="*/ 681853 w 2072245"/>
                <a:gd name="connsiteY79" fmla="*/ 208976 h 1362056"/>
                <a:gd name="connsiteX80" fmla="*/ 545784 w 2072245"/>
                <a:gd name="connsiteY80" fmla="*/ 140941 h 1362056"/>
                <a:gd name="connsiteX81" fmla="*/ 137811 w 2072245"/>
                <a:gd name="connsiteY81" fmla="*/ 295830 h 1362056"/>
                <a:gd name="connsiteX82" fmla="*/ 137811 w 2072245"/>
                <a:gd name="connsiteY82" fmla="*/ 224172 h 1362056"/>
                <a:gd name="connsiteX83" fmla="*/ 137811 w 2072245"/>
                <a:gd name="connsiteY83" fmla="*/ 295830 h 1362056"/>
                <a:gd name="connsiteX84" fmla="*/ 545784 w 2072245"/>
                <a:gd name="connsiteY84" fmla="*/ 140941 h 1362056"/>
                <a:gd name="connsiteX85" fmla="*/ 545784 w 2072245"/>
                <a:gd name="connsiteY85" fmla="*/ 69282 h 1362056"/>
                <a:gd name="connsiteX86" fmla="*/ 137811 w 2072245"/>
                <a:gd name="connsiteY86" fmla="*/ 224172 h 1362056"/>
                <a:gd name="connsiteX87" fmla="*/ 456 w 2072245"/>
                <a:gd name="connsiteY87" fmla="*/ 155553 h 1362056"/>
                <a:gd name="connsiteX88" fmla="*/ 137811 w 2072245"/>
                <a:gd name="connsiteY88" fmla="*/ 224172 h 1362056"/>
                <a:gd name="connsiteX89" fmla="*/ 545784 w 2072245"/>
                <a:gd name="connsiteY89" fmla="*/ 69282 h 1362056"/>
                <a:gd name="connsiteX90" fmla="*/ 408079 w 2072245"/>
                <a:gd name="connsiteY90" fmla="*/ 430 h 1362056"/>
                <a:gd name="connsiteX91" fmla="*/ 456 w 2072245"/>
                <a:gd name="connsiteY91" fmla="*/ 155553 h 1362056"/>
                <a:gd name="connsiteX92" fmla="*/ 2072702 w 2072245"/>
                <a:gd name="connsiteY92" fmla="*/ 871885 h 1362056"/>
                <a:gd name="connsiteX93" fmla="*/ 2072702 w 2072245"/>
                <a:gd name="connsiteY93" fmla="*/ 872012 h 1362056"/>
                <a:gd name="connsiteX94" fmla="*/ 2072702 w 2072245"/>
                <a:gd name="connsiteY94" fmla="*/ 871885 h 136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72245" h="1362056">
                  <a:moveTo>
                    <a:pt x="2021566" y="919196"/>
                  </a:moveTo>
                  <a:lnTo>
                    <a:pt x="1424630" y="1147653"/>
                  </a:lnTo>
                  <a:cubicBezTo>
                    <a:pt x="1356449" y="1173747"/>
                    <a:pt x="1245905" y="1173747"/>
                    <a:pt x="1177724" y="1147653"/>
                  </a:cubicBezTo>
                  <a:lnTo>
                    <a:pt x="580788" y="919196"/>
                  </a:lnTo>
                  <a:cubicBezTo>
                    <a:pt x="548484" y="906832"/>
                    <a:pt x="531485" y="890830"/>
                    <a:pt x="529792" y="874637"/>
                  </a:cubicBezTo>
                  <a:lnTo>
                    <a:pt x="529779" y="893524"/>
                  </a:lnTo>
                  <a:lnTo>
                    <a:pt x="529652" y="1067211"/>
                  </a:lnTo>
                  <a:cubicBezTo>
                    <a:pt x="529652" y="1084311"/>
                    <a:pt x="546697" y="1101411"/>
                    <a:pt x="580788" y="1114458"/>
                  </a:cubicBezTo>
                  <a:lnTo>
                    <a:pt x="1177724" y="1342915"/>
                  </a:lnTo>
                  <a:cubicBezTo>
                    <a:pt x="1245905" y="1369009"/>
                    <a:pt x="1356449" y="1369009"/>
                    <a:pt x="1424630" y="1342915"/>
                  </a:cubicBezTo>
                  <a:lnTo>
                    <a:pt x="2021566" y="1114458"/>
                  </a:lnTo>
                  <a:cubicBezTo>
                    <a:pt x="2055614" y="1101427"/>
                    <a:pt x="2072660" y="1084354"/>
                    <a:pt x="2072702" y="1067274"/>
                  </a:cubicBezTo>
                  <a:lnTo>
                    <a:pt x="2072702" y="872012"/>
                  </a:lnTo>
                  <a:cubicBezTo>
                    <a:pt x="2072660" y="889091"/>
                    <a:pt x="2055614" y="906165"/>
                    <a:pt x="2021566" y="919196"/>
                  </a:cubicBezTo>
                  <a:close/>
                  <a:moveTo>
                    <a:pt x="2021566" y="824701"/>
                  </a:moveTo>
                  <a:lnTo>
                    <a:pt x="1424630" y="596244"/>
                  </a:lnTo>
                  <a:cubicBezTo>
                    <a:pt x="1356449" y="570150"/>
                    <a:pt x="1245905" y="570150"/>
                    <a:pt x="1177724" y="596244"/>
                  </a:cubicBezTo>
                  <a:lnTo>
                    <a:pt x="1091766" y="629141"/>
                  </a:lnTo>
                  <a:lnTo>
                    <a:pt x="685040" y="784803"/>
                  </a:lnTo>
                  <a:lnTo>
                    <a:pt x="580788" y="824701"/>
                  </a:lnTo>
                  <a:cubicBezTo>
                    <a:pt x="546697" y="837748"/>
                    <a:pt x="529652" y="854849"/>
                    <a:pt x="529652" y="871948"/>
                  </a:cubicBezTo>
                  <a:cubicBezTo>
                    <a:pt x="529652" y="872845"/>
                    <a:pt x="529699" y="873742"/>
                    <a:pt x="529792" y="874637"/>
                  </a:cubicBezTo>
                  <a:cubicBezTo>
                    <a:pt x="531485" y="890830"/>
                    <a:pt x="548484" y="906832"/>
                    <a:pt x="580788" y="919196"/>
                  </a:cubicBezTo>
                  <a:lnTo>
                    <a:pt x="1177724" y="1147653"/>
                  </a:lnTo>
                  <a:cubicBezTo>
                    <a:pt x="1245905" y="1173747"/>
                    <a:pt x="1356449" y="1173747"/>
                    <a:pt x="1424630" y="1147653"/>
                  </a:cubicBezTo>
                  <a:lnTo>
                    <a:pt x="2021566" y="919196"/>
                  </a:lnTo>
                  <a:cubicBezTo>
                    <a:pt x="2055614" y="906165"/>
                    <a:pt x="2072660" y="889091"/>
                    <a:pt x="2072702" y="872012"/>
                  </a:cubicBezTo>
                  <a:lnTo>
                    <a:pt x="2072702" y="871885"/>
                  </a:lnTo>
                  <a:cubicBezTo>
                    <a:pt x="2072660" y="854806"/>
                    <a:pt x="2055614" y="837732"/>
                    <a:pt x="2021566" y="824701"/>
                  </a:cubicBezTo>
                  <a:close/>
                  <a:moveTo>
                    <a:pt x="137811" y="295830"/>
                  </a:moveTo>
                  <a:lnTo>
                    <a:pt x="137811" y="224172"/>
                  </a:lnTo>
                  <a:lnTo>
                    <a:pt x="456" y="155553"/>
                  </a:lnTo>
                  <a:lnTo>
                    <a:pt x="456" y="351036"/>
                  </a:lnTo>
                  <a:lnTo>
                    <a:pt x="529779" y="893524"/>
                  </a:lnTo>
                  <a:lnTo>
                    <a:pt x="529792" y="874637"/>
                  </a:lnTo>
                  <a:cubicBezTo>
                    <a:pt x="529699" y="873742"/>
                    <a:pt x="529652" y="872845"/>
                    <a:pt x="529652" y="871948"/>
                  </a:cubicBezTo>
                  <a:cubicBezTo>
                    <a:pt x="529652" y="854849"/>
                    <a:pt x="546697" y="837748"/>
                    <a:pt x="580788" y="824701"/>
                  </a:cubicBezTo>
                  <a:lnTo>
                    <a:pt x="685040" y="784803"/>
                  </a:lnTo>
                  <a:lnTo>
                    <a:pt x="545783" y="714915"/>
                  </a:lnTo>
                  <a:lnTo>
                    <a:pt x="545783" y="643257"/>
                  </a:lnTo>
                  <a:lnTo>
                    <a:pt x="409832" y="575219"/>
                  </a:lnTo>
                  <a:lnTo>
                    <a:pt x="409832" y="503560"/>
                  </a:lnTo>
                  <a:lnTo>
                    <a:pt x="273880" y="435526"/>
                  </a:lnTo>
                  <a:lnTo>
                    <a:pt x="273763" y="363864"/>
                  </a:lnTo>
                  <a:lnTo>
                    <a:pt x="237758" y="345745"/>
                  </a:lnTo>
                  <a:lnTo>
                    <a:pt x="137811" y="295830"/>
                  </a:lnTo>
                  <a:close/>
                  <a:moveTo>
                    <a:pt x="953757" y="560026"/>
                  </a:moveTo>
                  <a:lnTo>
                    <a:pt x="545783" y="714915"/>
                  </a:lnTo>
                  <a:lnTo>
                    <a:pt x="685040" y="784803"/>
                  </a:lnTo>
                  <a:lnTo>
                    <a:pt x="1091766" y="629141"/>
                  </a:lnTo>
                  <a:lnTo>
                    <a:pt x="953757" y="560026"/>
                  </a:lnTo>
                  <a:close/>
                  <a:moveTo>
                    <a:pt x="545783" y="643257"/>
                  </a:moveTo>
                  <a:lnTo>
                    <a:pt x="545783" y="714915"/>
                  </a:lnTo>
                  <a:lnTo>
                    <a:pt x="953757" y="560026"/>
                  </a:lnTo>
                  <a:lnTo>
                    <a:pt x="953640" y="488366"/>
                  </a:lnTo>
                  <a:lnTo>
                    <a:pt x="545783" y="643257"/>
                  </a:lnTo>
                  <a:close/>
                  <a:moveTo>
                    <a:pt x="817689" y="420327"/>
                  </a:moveTo>
                  <a:lnTo>
                    <a:pt x="409832" y="575219"/>
                  </a:lnTo>
                  <a:lnTo>
                    <a:pt x="545783" y="643257"/>
                  </a:lnTo>
                  <a:lnTo>
                    <a:pt x="953640" y="488366"/>
                  </a:lnTo>
                  <a:lnTo>
                    <a:pt x="817689" y="420327"/>
                  </a:lnTo>
                  <a:close/>
                  <a:moveTo>
                    <a:pt x="409832" y="503560"/>
                  </a:moveTo>
                  <a:lnTo>
                    <a:pt x="409832" y="575219"/>
                  </a:lnTo>
                  <a:lnTo>
                    <a:pt x="817689" y="420327"/>
                  </a:lnTo>
                  <a:lnTo>
                    <a:pt x="817688" y="348670"/>
                  </a:lnTo>
                  <a:lnTo>
                    <a:pt x="409832" y="503560"/>
                  </a:lnTo>
                  <a:close/>
                  <a:moveTo>
                    <a:pt x="681853" y="280630"/>
                  </a:moveTo>
                  <a:lnTo>
                    <a:pt x="273880" y="435526"/>
                  </a:lnTo>
                  <a:lnTo>
                    <a:pt x="409832" y="503560"/>
                  </a:lnTo>
                  <a:lnTo>
                    <a:pt x="817688" y="348670"/>
                  </a:lnTo>
                  <a:lnTo>
                    <a:pt x="681853" y="280630"/>
                  </a:lnTo>
                  <a:close/>
                  <a:moveTo>
                    <a:pt x="273763" y="363864"/>
                  </a:moveTo>
                  <a:lnTo>
                    <a:pt x="273880" y="435526"/>
                  </a:lnTo>
                  <a:lnTo>
                    <a:pt x="681853" y="280630"/>
                  </a:lnTo>
                  <a:lnTo>
                    <a:pt x="681853" y="208976"/>
                  </a:lnTo>
                  <a:lnTo>
                    <a:pt x="273763" y="363864"/>
                  </a:lnTo>
                  <a:close/>
                  <a:moveTo>
                    <a:pt x="137811" y="295830"/>
                  </a:moveTo>
                  <a:lnTo>
                    <a:pt x="237758" y="345745"/>
                  </a:lnTo>
                  <a:lnTo>
                    <a:pt x="273763" y="363864"/>
                  </a:lnTo>
                  <a:lnTo>
                    <a:pt x="681853" y="208976"/>
                  </a:lnTo>
                  <a:lnTo>
                    <a:pt x="545784" y="140941"/>
                  </a:lnTo>
                  <a:lnTo>
                    <a:pt x="137811" y="295830"/>
                  </a:lnTo>
                  <a:close/>
                  <a:moveTo>
                    <a:pt x="137811" y="224172"/>
                  </a:moveTo>
                  <a:lnTo>
                    <a:pt x="137811" y="295830"/>
                  </a:lnTo>
                  <a:lnTo>
                    <a:pt x="545784" y="140941"/>
                  </a:lnTo>
                  <a:lnTo>
                    <a:pt x="545784" y="69282"/>
                  </a:lnTo>
                  <a:lnTo>
                    <a:pt x="137811" y="224172"/>
                  </a:lnTo>
                  <a:close/>
                  <a:moveTo>
                    <a:pt x="456" y="155553"/>
                  </a:moveTo>
                  <a:lnTo>
                    <a:pt x="137811" y="224172"/>
                  </a:lnTo>
                  <a:lnTo>
                    <a:pt x="545784" y="69282"/>
                  </a:lnTo>
                  <a:lnTo>
                    <a:pt x="408079" y="430"/>
                  </a:lnTo>
                  <a:lnTo>
                    <a:pt x="456" y="155553"/>
                  </a:lnTo>
                  <a:close/>
                  <a:moveTo>
                    <a:pt x="2072702" y="871885"/>
                  </a:moveTo>
                  <a:cubicBezTo>
                    <a:pt x="2072702" y="871927"/>
                    <a:pt x="2072702" y="871970"/>
                    <a:pt x="2072702" y="872012"/>
                  </a:cubicBezTo>
                  <a:lnTo>
                    <a:pt x="2072702" y="871885"/>
                  </a:lnTo>
                  <a:close/>
                </a:path>
              </a:pathLst>
            </a:custGeom>
            <a:solidFill>
              <a:schemeClr val="accent1"/>
            </a:solidFill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it-IT" sz="2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igura a mano libera: forma 24">
              <a:extLst>
                <a:ext uri="{FF2B5EF4-FFF2-40B4-BE49-F238E27FC236}">
                  <a16:creationId xmlns:a16="http://schemas.microsoft.com/office/drawing/2014/main" id="{E6CD65ED-DA35-4D0C-CA64-6C72B4ACB220}"/>
                </a:ext>
              </a:extLst>
            </p:cNvPr>
            <p:cNvSpPr/>
            <p:nvPr/>
          </p:nvSpPr>
          <p:spPr>
            <a:xfrm>
              <a:off x="3752850" y="4038600"/>
              <a:ext cx="571500" cy="571500"/>
            </a:xfrm>
            <a:custGeom>
              <a:avLst/>
              <a:gdLst>
                <a:gd name="connsiteX0" fmla="*/ 266 w 571500"/>
                <a:gd name="connsiteY0" fmla="*/ 286154 h 571500"/>
                <a:gd name="connsiteX1" fmla="*/ 286016 w 571500"/>
                <a:gd name="connsiteY1" fmla="*/ 404 h 571500"/>
                <a:gd name="connsiteX2" fmla="*/ 571766 w 571500"/>
                <a:gd name="connsiteY2" fmla="*/ 286154 h 571500"/>
                <a:gd name="connsiteX3" fmla="*/ 286016 w 571500"/>
                <a:gd name="connsiteY3" fmla="*/ 571904 h 571500"/>
                <a:gd name="connsiteX4" fmla="*/ 266 w 571500"/>
                <a:gd name="connsiteY4" fmla="*/ 2861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0" h="571500">
                  <a:moveTo>
                    <a:pt x="266" y="286154"/>
                  </a:moveTo>
                  <a:cubicBezTo>
                    <a:pt x="266" y="128339"/>
                    <a:pt x="128201" y="404"/>
                    <a:pt x="286016" y="404"/>
                  </a:cubicBezTo>
                  <a:cubicBezTo>
                    <a:pt x="443831" y="404"/>
                    <a:pt x="571766" y="128339"/>
                    <a:pt x="571766" y="286154"/>
                  </a:cubicBezTo>
                  <a:cubicBezTo>
                    <a:pt x="571766" y="443969"/>
                    <a:pt x="443831" y="571904"/>
                    <a:pt x="286016" y="571904"/>
                  </a:cubicBezTo>
                  <a:cubicBezTo>
                    <a:pt x="128201" y="571904"/>
                    <a:pt x="266" y="443969"/>
                    <a:pt x="266" y="286154"/>
                  </a:cubicBez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9525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r>
                <a:rPr lang="it-IT" sz="2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" name="Figura a mano libera: forma 25">
              <a:extLst>
                <a:ext uri="{FF2B5EF4-FFF2-40B4-BE49-F238E27FC236}">
                  <a16:creationId xmlns:a16="http://schemas.microsoft.com/office/drawing/2014/main" id="{512C14BC-773F-28D9-514A-A00DFAB68A2A}"/>
                </a:ext>
              </a:extLst>
            </p:cNvPr>
            <p:cNvSpPr/>
            <p:nvPr/>
          </p:nvSpPr>
          <p:spPr>
            <a:xfrm>
              <a:off x="7867650" y="3067050"/>
              <a:ext cx="571500" cy="571500"/>
            </a:xfrm>
            <a:custGeom>
              <a:avLst/>
              <a:gdLst>
                <a:gd name="connsiteX0" fmla="*/ 698 w 571500"/>
                <a:gd name="connsiteY0" fmla="*/ 286052 h 571500"/>
                <a:gd name="connsiteX1" fmla="*/ 286448 w 571500"/>
                <a:gd name="connsiteY1" fmla="*/ 302 h 571500"/>
                <a:gd name="connsiteX2" fmla="*/ 572198 w 571500"/>
                <a:gd name="connsiteY2" fmla="*/ 286052 h 571500"/>
                <a:gd name="connsiteX3" fmla="*/ 286448 w 571500"/>
                <a:gd name="connsiteY3" fmla="*/ 571802 h 571500"/>
                <a:gd name="connsiteX4" fmla="*/ 698 w 571500"/>
                <a:gd name="connsiteY4" fmla="*/ 286052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0" h="571500">
                  <a:moveTo>
                    <a:pt x="698" y="286052"/>
                  </a:moveTo>
                  <a:cubicBezTo>
                    <a:pt x="698" y="128237"/>
                    <a:pt x="128633" y="302"/>
                    <a:pt x="286448" y="302"/>
                  </a:cubicBezTo>
                  <a:cubicBezTo>
                    <a:pt x="444263" y="302"/>
                    <a:pt x="572198" y="128237"/>
                    <a:pt x="572198" y="286052"/>
                  </a:cubicBezTo>
                  <a:cubicBezTo>
                    <a:pt x="572198" y="443867"/>
                    <a:pt x="444263" y="571802"/>
                    <a:pt x="286448" y="571802"/>
                  </a:cubicBezTo>
                  <a:cubicBezTo>
                    <a:pt x="128633" y="571802"/>
                    <a:pt x="698" y="443867"/>
                    <a:pt x="698" y="286052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 w="9525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r>
                <a:rPr lang="it-IT" sz="2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7" name="Figura a mano libera: forma 26">
              <a:extLst>
                <a:ext uri="{FF2B5EF4-FFF2-40B4-BE49-F238E27FC236}">
                  <a16:creationId xmlns:a16="http://schemas.microsoft.com/office/drawing/2014/main" id="{281BB798-81CB-D9B4-22FA-04F40D2FCBBB}"/>
                </a:ext>
              </a:extLst>
            </p:cNvPr>
            <p:cNvSpPr/>
            <p:nvPr/>
          </p:nvSpPr>
          <p:spPr>
            <a:xfrm>
              <a:off x="3752850" y="2152650"/>
              <a:ext cx="571500" cy="571500"/>
            </a:xfrm>
            <a:custGeom>
              <a:avLst/>
              <a:gdLst>
                <a:gd name="connsiteX0" fmla="*/ 266 w 571500"/>
                <a:gd name="connsiteY0" fmla="*/ 285956 h 571500"/>
                <a:gd name="connsiteX1" fmla="*/ 286016 w 571500"/>
                <a:gd name="connsiteY1" fmla="*/ 206 h 571500"/>
                <a:gd name="connsiteX2" fmla="*/ 571766 w 571500"/>
                <a:gd name="connsiteY2" fmla="*/ 285956 h 571500"/>
                <a:gd name="connsiteX3" fmla="*/ 286016 w 571500"/>
                <a:gd name="connsiteY3" fmla="*/ 571706 h 571500"/>
                <a:gd name="connsiteX4" fmla="*/ 266 w 571500"/>
                <a:gd name="connsiteY4" fmla="*/ 285956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0" h="571500">
                  <a:moveTo>
                    <a:pt x="266" y="285956"/>
                  </a:moveTo>
                  <a:cubicBezTo>
                    <a:pt x="266" y="128141"/>
                    <a:pt x="128201" y="206"/>
                    <a:pt x="286016" y="206"/>
                  </a:cubicBezTo>
                  <a:cubicBezTo>
                    <a:pt x="443831" y="206"/>
                    <a:pt x="571766" y="128141"/>
                    <a:pt x="571766" y="285956"/>
                  </a:cubicBezTo>
                  <a:cubicBezTo>
                    <a:pt x="571766" y="443771"/>
                    <a:pt x="443831" y="571706"/>
                    <a:pt x="286016" y="571706"/>
                  </a:cubicBezTo>
                  <a:cubicBezTo>
                    <a:pt x="128201" y="571706"/>
                    <a:pt x="266" y="443771"/>
                    <a:pt x="266" y="285956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r>
                <a:rPr lang="it-IT" sz="2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3DD8C1E6-D853-114E-C934-59BFC838D8CD}"/>
                </a:ext>
              </a:extLst>
            </p:cNvPr>
            <p:cNvSpPr txBox="1"/>
            <p:nvPr/>
          </p:nvSpPr>
          <p:spPr>
            <a:xfrm>
              <a:off x="8772685" y="1684333"/>
              <a:ext cx="2796194" cy="660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b="1" spc="0" baseline="0" dirty="0">
                  <a:ln/>
                  <a:solidFill>
                    <a:schemeClr val="tx2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Automatizzare la </a:t>
              </a:r>
              <a:r>
                <a:rPr lang="it-IT" sz="2000" b="1" dirty="0">
                  <a:ln/>
                  <a:solidFill>
                    <a:schemeClr val="tx2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Sicurezza</a:t>
              </a:r>
            </a:p>
          </p:txBody>
        </p:sp>
        <p:sp>
          <p:nvSpPr>
            <p:cNvPr id="41" name="CasellaDiTesto 40">
              <a:extLst>
                <a:ext uri="{FF2B5EF4-FFF2-40B4-BE49-F238E27FC236}">
                  <a16:creationId xmlns:a16="http://schemas.microsoft.com/office/drawing/2014/main" id="{5007412C-3D68-057A-8427-F959B2444644}"/>
                </a:ext>
              </a:extLst>
            </p:cNvPr>
            <p:cNvSpPr txBox="1"/>
            <p:nvPr/>
          </p:nvSpPr>
          <p:spPr>
            <a:xfrm>
              <a:off x="1248146" y="4354786"/>
              <a:ext cx="2211875" cy="660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b="1" spc="0" baseline="0" dirty="0">
                  <a:ln/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Proteggere i </a:t>
              </a:r>
              <a:r>
                <a:rPr lang="it-IT" sz="2000" b="1" dirty="0">
                  <a:ln/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Sistemi Operativi</a:t>
              </a:r>
            </a:p>
          </p:txBody>
        </p:sp>
        <p:sp>
          <p:nvSpPr>
            <p:cNvPr id="55" name="CasellaDiTesto 54">
              <a:extLst>
                <a:ext uri="{FF2B5EF4-FFF2-40B4-BE49-F238E27FC236}">
                  <a16:creationId xmlns:a16="http://schemas.microsoft.com/office/drawing/2014/main" id="{4B0A8FF0-2955-2713-5A94-733D15921568}"/>
                </a:ext>
              </a:extLst>
            </p:cNvPr>
            <p:cNvSpPr txBox="1"/>
            <p:nvPr/>
          </p:nvSpPr>
          <p:spPr>
            <a:xfrm>
              <a:off x="8856019" y="4438651"/>
              <a:ext cx="2213010" cy="66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b="1" spc="0" baseline="0" dirty="0">
                  <a:ln/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Fortificare il </a:t>
              </a:r>
            </a:p>
            <a:p>
              <a:r>
                <a:rPr lang="it-IT" sz="2000" b="1" dirty="0">
                  <a:ln/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Perimetro di Rete</a:t>
              </a:r>
            </a:p>
          </p:txBody>
        </p:sp>
        <p:sp>
          <p:nvSpPr>
            <p:cNvPr id="56" name="CasellaDiTesto 55">
              <a:extLst>
                <a:ext uri="{FF2B5EF4-FFF2-40B4-BE49-F238E27FC236}">
                  <a16:creationId xmlns:a16="http://schemas.microsoft.com/office/drawing/2014/main" id="{6AE0F84C-F482-68FE-2176-56B95730DE9A}"/>
                </a:ext>
              </a:extLst>
            </p:cNvPr>
            <p:cNvSpPr txBox="1"/>
            <p:nvPr/>
          </p:nvSpPr>
          <p:spPr>
            <a:xfrm>
              <a:off x="8595360" y="5182500"/>
              <a:ext cx="177325" cy="3732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it-IT" sz="2000" b="1" spc="0" baseline="0" dirty="0">
                <a:ln/>
                <a:solidFill>
                  <a:srgbClr val="484848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  <a:rtl val="0"/>
              </a:endParaRPr>
            </a:p>
          </p:txBody>
        </p:sp>
        <p:sp>
          <p:nvSpPr>
            <p:cNvPr id="57" name="CasellaDiTesto 56">
              <a:extLst>
                <a:ext uri="{FF2B5EF4-FFF2-40B4-BE49-F238E27FC236}">
                  <a16:creationId xmlns:a16="http://schemas.microsoft.com/office/drawing/2014/main" id="{4C5BD57F-1580-0FAD-504D-3AFDE9C03672}"/>
                </a:ext>
              </a:extLst>
            </p:cNvPr>
            <p:cNvSpPr txBox="1"/>
            <p:nvPr/>
          </p:nvSpPr>
          <p:spPr>
            <a:xfrm>
              <a:off x="1248146" y="1620177"/>
              <a:ext cx="2853110" cy="660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it-IT" sz="2000" b="1" spc="0" baseline="0" dirty="0">
                  <a:ln>
                    <a:solidFill>
                      <a:srgbClr val="7B9DCB"/>
                    </a:solidFill>
                  </a:ln>
                  <a:solidFill>
                    <a:srgbClr val="7B9DCB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Abilitare il Rilevamento Proattivo </a:t>
              </a:r>
            </a:p>
          </p:txBody>
        </p:sp>
        <p:sp>
          <p:nvSpPr>
            <p:cNvPr id="60" name="Figura a mano libera: forma 59">
              <a:extLst>
                <a:ext uri="{FF2B5EF4-FFF2-40B4-BE49-F238E27FC236}">
                  <a16:creationId xmlns:a16="http://schemas.microsoft.com/office/drawing/2014/main" id="{61CD8C15-B92A-DA72-571C-7CA899A113E8}"/>
                </a:ext>
              </a:extLst>
            </p:cNvPr>
            <p:cNvSpPr/>
            <p:nvPr/>
          </p:nvSpPr>
          <p:spPr>
            <a:xfrm>
              <a:off x="4557154" y="2014518"/>
              <a:ext cx="1543049" cy="785812"/>
            </a:xfrm>
            <a:custGeom>
              <a:avLst/>
              <a:gdLst>
                <a:gd name="connsiteX0" fmla="*/ 1492265 w 1543049"/>
                <a:gd name="connsiteY0" fmla="*/ 342714 h 785812"/>
                <a:gd name="connsiteX1" fmla="*/ 1543260 w 1543049"/>
                <a:gd name="connsiteY1" fmla="*/ 298156 h 785812"/>
                <a:gd name="connsiteX2" fmla="*/ 1543400 w 1543049"/>
                <a:gd name="connsiteY2" fmla="*/ 295467 h 785812"/>
                <a:gd name="connsiteX3" fmla="*/ 1492265 w 1543049"/>
                <a:gd name="connsiteY3" fmla="*/ 248220 h 785812"/>
                <a:gd name="connsiteX4" fmla="*/ 895328 w 1543049"/>
                <a:gd name="connsiteY4" fmla="*/ 19762 h 785812"/>
                <a:gd name="connsiteX5" fmla="*/ 648423 w 1543049"/>
                <a:gd name="connsiteY5" fmla="*/ 19762 h 785812"/>
                <a:gd name="connsiteX6" fmla="*/ 51486 w 1543049"/>
                <a:gd name="connsiteY6" fmla="*/ 248220 h 785812"/>
                <a:gd name="connsiteX7" fmla="*/ 350 w 1543049"/>
                <a:gd name="connsiteY7" fmla="*/ 295403 h 785812"/>
                <a:gd name="connsiteX8" fmla="*/ 350 w 1543049"/>
                <a:gd name="connsiteY8" fmla="*/ 295531 h 785812"/>
                <a:gd name="connsiteX9" fmla="*/ 51486 w 1543049"/>
                <a:gd name="connsiteY9" fmla="*/ 342714 h 785812"/>
                <a:gd name="connsiteX10" fmla="*/ 648423 w 1543049"/>
                <a:gd name="connsiteY10" fmla="*/ 571172 h 785812"/>
                <a:gd name="connsiteX11" fmla="*/ 895328 w 1543049"/>
                <a:gd name="connsiteY11" fmla="*/ 571172 h 785812"/>
                <a:gd name="connsiteX12" fmla="*/ 1010000 w 1543049"/>
                <a:gd name="connsiteY12" fmla="*/ 527284 h 785812"/>
                <a:gd name="connsiteX13" fmla="*/ 1417189 w 1543049"/>
                <a:gd name="connsiteY13" fmla="*/ 371447 h 785812"/>
                <a:gd name="connsiteX14" fmla="*/ 1492265 w 1543049"/>
                <a:gd name="connsiteY14" fmla="*/ 342714 h 785812"/>
                <a:gd name="connsiteX15" fmla="*/ 51486 w 1543049"/>
                <a:gd name="connsiteY15" fmla="*/ 342714 h 785812"/>
                <a:gd name="connsiteX16" fmla="*/ 648423 w 1543049"/>
                <a:gd name="connsiteY16" fmla="*/ 571172 h 785812"/>
                <a:gd name="connsiteX17" fmla="*/ 895328 w 1543049"/>
                <a:gd name="connsiteY17" fmla="*/ 571172 h 785812"/>
                <a:gd name="connsiteX18" fmla="*/ 1010000 w 1543049"/>
                <a:gd name="connsiteY18" fmla="*/ 527284 h 785812"/>
                <a:gd name="connsiteX19" fmla="*/ 1010000 w 1543049"/>
                <a:gd name="connsiteY19" fmla="*/ 722547 h 785812"/>
                <a:gd name="connsiteX20" fmla="*/ 895328 w 1543049"/>
                <a:gd name="connsiteY20" fmla="*/ 766434 h 785812"/>
                <a:gd name="connsiteX21" fmla="*/ 648423 w 1543049"/>
                <a:gd name="connsiteY21" fmla="*/ 766434 h 785812"/>
                <a:gd name="connsiteX22" fmla="*/ 51486 w 1543049"/>
                <a:gd name="connsiteY22" fmla="*/ 537976 h 785812"/>
                <a:gd name="connsiteX23" fmla="*/ 350 w 1543049"/>
                <a:gd name="connsiteY23" fmla="*/ 490793 h 785812"/>
                <a:gd name="connsiteX24" fmla="*/ 350 w 1543049"/>
                <a:gd name="connsiteY24" fmla="*/ 295531 h 785812"/>
                <a:gd name="connsiteX25" fmla="*/ 51486 w 1543049"/>
                <a:gd name="connsiteY25" fmla="*/ 342714 h 785812"/>
                <a:gd name="connsiteX26" fmla="*/ 1543274 w 1543049"/>
                <a:gd name="connsiteY26" fmla="*/ 317042 h 785812"/>
                <a:gd name="connsiteX27" fmla="*/ 1543260 w 1543049"/>
                <a:gd name="connsiteY27" fmla="*/ 298156 h 785812"/>
                <a:gd name="connsiteX28" fmla="*/ 1492265 w 1543049"/>
                <a:gd name="connsiteY28" fmla="*/ 342714 h 785812"/>
                <a:gd name="connsiteX29" fmla="*/ 1417189 w 1543049"/>
                <a:gd name="connsiteY29" fmla="*/ 371447 h 785812"/>
                <a:gd name="connsiteX30" fmla="*/ 1543360 w 1543049"/>
                <a:gd name="connsiteY30" fmla="*/ 434689 h 785812"/>
                <a:gd name="connsiteX31" fmla="*/ 1543274 w 1543049"/>
                <a:gd name="connsiteY31" fmla="*/ 317042 h 785812"/>
                <a:gd name="connsiteX32" fmla="*/ 350 w 1543049"/>
                <a:gd name="connsiteY32" fmla="*/ 295403 h 785812"/>
                <a:gd name="connsiteX33" fmla="*/ 350 w 1543049"/>
                <a:gd name="connsiteY33" fmla="*/ 295531 h 785812"/>
                <a:gd name="connsiteX34" fmla="*/ 350 w 1543049"/>
                <a:gd name="connsiteY34" fmla="*/ 295403 h 785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543049" h="785812">
                  <a:moveTo>
                    <a:pt x="1492265" y="342714"/>
                  </a:moveTo>
                  <a:cubicBezTo>
                    <a:pt x="1524569" y="330351"/>
                    <a:pt x="1541567" y="314348"/>
                    <a:pt x="1543260" y="298156"/>
                  </a:cubicBezTo>
                  <a:cubicBezTo>
                    <a:pt x="1543354" y="297259"/>
                    <a:pt x="1543400" y="296363"/>
                    <a:pt x="1543400" y="295467"/>
                  </a:cubicBezTo>
                  <a:cubicBezTo>
                    <a:pt x="1543400" y="278367"/>
                    <a:pt x="1526356" y="261266"/>
                    <a:pt x="1492265" y="248220"/>
                  </a:cubicBezTo>
                  <a:lnTo>
                    <a:pt x="895328" y="19762"/>
                  </a:lnTo>
                  <a:cubicBezTo>
                    <a:pt x="827147" y="-6332"/>
                    <a:pt x="716604" y="-6332"/>
                    <a:pt x="648423" y="19762"/>
                  </a:cubicBezTo>
                  <a:lnTo>
                    <a:pt x="51486" y="248220"/>
                  </a:lnTo>
                  <a:cubicBezTo>
                    <a:pt x="17438" y="261250"/>
                    <a:pt x="392" y="278325"/>
                    <a:pt x="350" y="295403"/>
                  </a:cubicBezTo>
                  <a:cubicBezTo>
                    <a:pt x="350" y="295446"/>
                    <a:pt x="350" y="295488"/>
                    <a:pt x="350" y="295531"/>
                  </a:cubicBezTo>
                  <a:cubicBezTo>
                    <a:pt x="392" y="312609"/>
                    <a:pt x="17438" y="329683"/>
                    <a:pt x="51486" y="342714"/>
                  </a:cubicBezTo>
                  <a:lnTo>
                    <a:pt x="648423" y="571172"/>
                  </a:lnTo>
                  <a:cubicBezTo>
                    <a:pt x="716604" y="597265"/>
                    <a:pt x="827147" y="597265"/>
                    <a:pt x="895328" y="571172"/>
                  </a:cubicBezTo>
                  <a:lnTo>
                    <a:pt x="1010000" y="527284"/>
                  </a:lnTo>
                  <a:lnTo>
                    <a:pt x="1417189" y="371447"/>
                  </a:lnTo>
                  <a:lnTo>
                    <a:pt x="1492265" y="342714"/>
                  </a:lnTo>
                  <a:close/>
                  <a:moveTo>
                    <a:pt x="51486" y="342714"/>
                  </a:moveTo>
                  <a:lnTo>
                    <a:pt x="648423" y="571172"/>
                  </a:lnTo>
                  <a:cubicBezTo>
                    <a:pt x="716604" y="597265"/>
                    <a:pt x="827147" y="597265"/>
                    <a:pt x="895328" y="571172"/>
                  </a:cubicBezTo>
                  <a:lnTo>
                    <a:pt x="1010000" y="527284"/>
                  </a:lnTo>
                  <a:lnTo>
                    <a:pt x="1010000" y="722547"/>
                  </a:lnTo>
                  <a:lnTo>
                    <a:pt x="895328" y="766434"/>
                  </a:lnTo>
                  <a:cubicBezTo>
                    <a:pt x="827147" y="792528"/>
                    <a:pt x="716604" y="792528"/>
                    <a:pt x="648423" y="766434"/>
                  </a:cubicBezTo>
                  <a:lnTo>
                    <a:pt x="51486" y="537976"/>
                  </a:lnTo>
                  <a:cubicBezTo>
                    <a:pt x="17438" y="524946"/>
                    <a:pt x="392" y="507871"/>
                    <a:pt x="350" y="490793"/>
                  </a:cubicBezTo>
                  <a:lnTo>
                    <a:pt x="350" y="295531"/>
                  </a:lnTo>
                  <a:cubicBezTo>
                    <a:pt x="392" y="312609"/>
                    <a:pt x="17438" y="329683"/>
                    <a:pt x="51486" y="342714"/>
                  </a:cubicBezTo>
                  <a:close/>
                  <a:moveTo>
                    <a:pt x="1543274" y="317042"/>
                  </a:moveTo>
                  <a:lnTo>
                    <a:pt x="1543260" y="298156"/>
                  </a:lnTo>
                  <a:cubicBezTo>
                    <a:pt x="1541567" y="314348"/>
                    <a:pt x="1524569" y="330351"/>
                    <a:pt x="1492265" y="342714"/>
                  </a:cubicBezTo>
                  <a:lnTo>
                    <a:pt x="1417189" y="371447"/>
                  </a:lnTo>
                  <a:lnTo>
                    <a:pt x="1543360" y="434689"/>
                  </a:lnTo>
                  <a:lnTo>
                    <a:pt x="1543274" y="317042"/>
                  </a:lnTo>
                  <a:close/>
                  <a:moveTo>
                    <a:pt x="350" y="295403"/>
                  </a:moveTo>
                  <a:lnTo>
                    <a:pt x="350" y="295531"/>
                  </a:lnTo>
                  <a:lnTo>
                    <a:pt x="350" y="295403"/>
                  </a:lnTo>
                  <a:close/>
                </a:path>
              </a:pathLst>
            </a:custGeom>
            <a:noFill/>
            <a:ln w="9525" cap="flat">
              <a:solidFill>
                <a:srgbClr val="95BD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sz="2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igura a mano libera: forma 60">
              <a:extLst>
                <a:ext uri="{FF2B5EF4-FFF2-40B4-BE49-F238E27FC236}">
                  <a16:creationId xmlns:a16="http://schemas.microsoft.com/office/drawing/2014/main" id="{E6136163-0E20-475A-A90D-1898AF985AB3}"/>
                </a:ext>
              </a:extLst>
            </p:cNvPr>
            <p:cNvSpPr/>
            <p:nvPr/>
          </p:nvSpPr>
          <p:spPr>
            <a:xfrm>
              <a:off x="5566804" y="2386031"/>
              <a:ext cx="2072245" cy="1362056"/>
            </a:xfrm>
            <a:custGeom>
              <a:avLst/>
              <a:gdLst>
                <a:gd name="connsiteX0" fmla="*/ 545784 w 2072245"/>
                <a:gd name="connsiteY0" fmla="*/ 643058 h 1362056"/>
                <a:gd name="connsiteX1" fmla="*/ 545784 w 2072245"/>
                <a:gd name="connsiteY1" fmla="*/ 714716 h 1362056"/>
                <a:gd name="connsiteX2" fmla="*/ 953758 w 2072245"/>
                <a:gd name="connsiteY2" fmla="*/ 559827 h 1362056"/>
                <a:gd name="connsiteX3" fmla="*/ 953640 w 2072245"/>
                <a:gd name="connsiteY3" fmla="*/ 488167 h 1362056"/>
                <a:gd name="connsiteX4" fmla="*/ 545784 w 2072245"/>
                <a:gd name="connsiteY4" fmla="*/ 643058 h 1362056"/>
                <a:gd name="connsiteX5" fmla="*/ 817689 w 2072245"/>
                <a:gd name="connsiteY5" fmla="*/ 420128 h 1362056"/>
                <a:gd name="connsiteX6" fmla="*/ 409832 w 2072245"/>
                <a:gd name="connsiteY6" fmla="*/ 575020 h 1362056"/>
                <a:gd name="connsiteX7" fmla="*/ 545784 w 2072245"/>
                <a:gd name="connsiteY7" fmla="*/ 643058 h 1362056"/>
                <a:gd name="connsiteX8" fmla="*/ 953640 w 2072245"/>
                <a:gd name="connsiteY8" fmla="*/ 488167 h 1362056"/>
                <a:gd name="connsiteX9" fmla="*/ 817689 w 2072245"/>
                <a:gd name="connsiteY9" fmla="*/ 420128 h 1362056"/>
                <a:gd name="connsiteX10" fmla="*/ 409832 w 2072245"/>
                <a:gd name="connsiteY10" fmla="*/ 503361 h 1362056"/>
                <a:gd name="connsiteX11" fmla="*/ 409832 w 2072245"/>
                <a:gd name="connsiteY11" fmla="*/ 575020 h 1362056"/>
                <a:gd name="connsiteX12" fmla="*/ 817689 w 2072245"/>
                <a:gd name="connsiteY12" fmla="*/ 420128 h 1362056"/>
                <a:gd name="connsiteX13" fmla="*/ 817688 w 2072245"/>
                <a:gd name="connsiteY13" fmla="*/ 348471 h 1362056"/>
                <a:gd name="connsiteX14" fmla="*/ 409832 w 2072245"/>
                <a:gd name="connsiteY14" fmla="*/ 503361 h 1362056"/>
                <a:gd name="connsiteX15" fmla="*/ 681853 w 2072245"/>
                <a:gd name="connsiteY15" fmla="*/ 280431 h 1362056"/>
                <a:gd name="connsiteX16" fmla="*/ 273880 w 2072245"/>
                <a:gd name="connsiteY16" fmla="*/ 435327 h 1362056"/>
                <a:gd name="connsiteX17" fmla="*/ 409832 w 2072245"/>
                <a:gd name="connsiteY17" fmla="*/ 503361 h 1362056"/>
                <a:gd name="connsiteX18" fmla="*/ 817688 w 2072245"/>
                <a:gd name="connsiteY18" fmla="*/ 348471 h 1362056"/>
                <a:gd name="connsiteX19" fmla="*/ 681853 w 2072245"/>
                <a:gd name="connsiteY19" fmla="*/ 280431 h 1362056"/>
                <a:gd name="connsiteX20" fmla="*/ 273763 w 2072245"/>
                <a:gd name="connsiteY20" fmla="*/ 363665 h 1362056"/>
                <a:gd name="connsiteX21" fmla="*/ 273880 w 2072245"/>
                <a:gd name="connsiteY21" fmla="*/ 435327 h 1362056"/>
                <a:gd name="connsiteX22" fmla="*/ 681853 w 2072245"/>
                <a:gd name="connsiteY22" fmla="*/ 280431 h 1362056"/>
                <a:gd name="connsiteX23" fmla="*/ 681853 w 2072245"/>
                <a:gd name="connsiteY23" fmla="*/ 208777 h 1362056"/>
                <a:gd name="connsiteX24" fmla="*/ 273763 w 2072245"/>
                <a:gd name="connsiteY24" fmla="*/ 363665 h 1362056"/>
                <a:gd name="connsiteX25" fmla="*/ 137812 w 2072245"/>
                <a:gd name="connsiteY25" fmla="*/ 295631 h 1362056"/>
                <a:gd name="connsiteX26" fmla="*/ 237758 w 2072245"/>
                <a:gd name="connsiteY26" fmla="*/ 345546 h 1362056"/>
                <a:gd name="connsiteX27" fmla="*/ 273763 w 2072245"/>
                <a:gd name="connsiteY27" fmla="*/ 363665 h 1362056"/>
                <a:gd name="connsiteX28" fmla="*/ 681853 w 2072245"/>
                <a:gd name="connsiteY28" fmla="*/ 208777 h 1362056"/>
                <a:gd name="connsiteX29" fmla="*/ 545785 w 2072245"/>
                <a:gd name="connsiteY29" fmla="*/ 140742 h 1362056"/>
                <a:gd name="connsiteX30" fmla="*/ 137812 w 2072245"/>
                <a:gd name="connsiteY30" fmla="*/ 295631 h 1362056"/>
                <a:gd name="connsiteX31" fmla="*/ 137812 w 2072245"/>
                <a:gd name="connsiteY31" fmla="*/ 223973 h 1362056"/>
                <a:gd name="connsiteX32" fmla="*/ 137812 w 2072245"/>
                <a:gd name="connsiteY32" fmla="*/ 295631 h 1362056"/>
                <a:gd name="connsiteX33" fmla="*/ 545785 w 2072245"/>
                <a:gd name="connsiteY33" fmla="*/ 140742 h 1362056"/>
                <a:gd name="connsiteX34" fmla="*/ 545785 w 2072245"/>
                <a:gd name="connsiteY34" fmla="*/ 69083 h 1362056"/>
                <a:gd name="connsiteX35" fmla="*/ 137812 w 2072245"/>
                <a:gd name="connsiteY35" fmla="*/ 223973 h 1362056"/>
                <a:gd name="connsiteX36" fmla="*/ 456 w 2072245"/>
                <a:gd name="connsiteY36" fmla="*/ 155354 h 1362056"/>
                <a:gd name="connsiteX37" fmla="*/ 137812 w 2072245"/>
                <a:gd name="connsiteY37" fmla="*/ 223973 h 1362056"/>
                <a:gd name="connsiteX38" fmla="*/ 545785 w 2072245"/>
                <a:gd name="connsiteY38" fmla="*/ 69083 h 1362056"/>
                <a:gd name="connsiteX39" fmla="*/ 408079 w 2072245"/>
                <a:gd name="connsiteY39" fmla="*/ 231 h 1362056"/>
                <a:gd name="connsiteX40" fmla="*/ 456 w 2072245"/>
                <a:gd name="connsiteY40" fmla="*/ 155354 h 1362056"/>
                <a:gd name="connsiteX41" fmla="*/ 580788 w 2072245"/>
                <a:gd name="connsiteY41" fmla="*/ 918997 h 1362056"/>
                <a:gd name="connsiteX42" fmla="*/ 529792 w 2072245"/>
                <a:gd name="connsiteY42" fmla="*/ 874438 h 1362056"/>
                <a:gd name="connsiteX43" fmla="*/ 529652 w 2072245"/>
                <a:gd name="connsiteY43" fmla="*/ 871749 h 1362056"/>
                <a:gd name="connsiteX44" fmla="*/ 580788 w 2072245"/>
                <a:gd name="connsiteY44" fmla="*/ 824502 h 1362056"/>
                <a:gd name="connsiteX45" fmla="*/ 685040 w 2072245"/>
                <a:gd name="connsiteY45" fmla="*/ 784604 h 1362056"/>
                <a:gd name="connsiteX46" fmla="*/ 1091766 w 2072245"/>
                <a:gd name="connsiteY46" fmla="*/ 628942 h 1362056"/>
                <a:gd name="connsiteX47" fmla="*/ 1177725 w 2072245"/>
                <a:gd name="connsiteY47" fmla="*/ 596045 h 1362056"/>
                <a:gd name="connsiteX48" fmla="*/ 1424630 w 2072245"/>
                <a:gd name="connsiteY48" fmla="*/ 596045 h 1362056"/>
                <a:gd name="connsiteX49" fmla="*/ 2021566 w 2072245"/>
                <a:gd name="connsiteY49" fmla="*/ 824502 h 1362056"/>
                <a:gd name="connsiteX50" fmla="*/ 2072702 w 2072245"/>
                <a:gd name="connsiteY50" fmla="*/ 871686 h 1362056"/>
                <a:gd name="connsiteX51" fmla="*/ 2072702 w 2072245"/>
                <a:gd name="connsiteY51" fmla="*/ 871813 h 1362056"/>
                <a:gd name="connsiteX52" fmla="*/ 2021566 w 2072245"/>
                <a:gd name="connsiteY52" fmla="*/ 918997 h 1362056"/>
                <a:gd name="connsiteX53" fmla="*/ 1424630 w 2072245"/>
                <a:gd name="connsiteY53" fmla="*/ 1147454 h 1362056"/>
                <a:gd name="connsiteX54" fmla="*/ 1177725 w 2072245"/>
                <a:gd name="connsiteY54" fmla="*/ 1147454 h 1362056"/>
                <a:gd name="connsiteX55" fmla="*/ 1063052 w 2072245"/>
                <a:gd name="connsiteY55" fmla="*/ 1103567 h 1362056"/>
                <a:gd name="connsiteX56" fmla="*/ 655864 w 2072245"/>
                <a:gd name="connsiteY56" fmla="*/ 947730 h 1362056"/>
                <a:gd name="connsiteX57" fmla="*/ 580788 w 2072245"/>
                <a:gd name="connsiteY57" fmla="*/ 918997 h 1362056"/>
                <a:gd name="connsiteX58" fmla="*/ 137812 w 2072245"/>
                <a:gd name="connsiteY58" fmla="*/ 295631 h 1362056"/>
                <a:gd name="connsiteX59" fmla="*/ 137812 w 2072245"/>
                <a:gd name="connsiteY59" fmla="*/ 223973 h 1362056"/>
                <a:gd name="connsiteX60" fmla="*/ 456 w 2072245"/>
                <a:gd name="connsiteY60" fmla="*/ 155354 h 1362056"/>
                <a:gd name="connsiteX61" fmla="*/ 456 w 2072245"/>
                <a:gd name="connsiteY61" fmla="*/ 350837 h 1362056"/>
                <a:gd name="connsiteX62" fmla="*/ 529779 w 2072245"/>
                <a:gd name="connsiteY62" fmla="*/ 893325 h 1362056"/>
                <a:gd name="connsiteX63" fmla="*/ 529792 w 2072245"/>
                <a:gd name="connsiteY63" fmla="*/ 874438 h 1362056"/>
                <a:gd name="connsiteX64" fmla="*/ 529652 w 2072245"/>
                <a:gd name="connsiteY64" fmla="*/ 871749 h 1362056"/>
                <a:gd name="connsiteX65" fmla="*/ 580788 w 2072245"/>
                <a:gd name="connsiteY65" fmla="*/ 824502 h 1362056"/>
                <a:gd name="connsiteX66" fmla="*/ 685040 w 2072245"/>
                <a:gd name="connsiteY66" fmla="*/ 784604 h 1362056"/>
                <a:gd name="connsiteX67" fmla="*/ 545784 w 2072245"/>
                <a:gd name="connsiteY67" fmla="*/ 714716 h 1362056"/>
                <a:gd name="connsiteX68" fmla="*/ 545784 w 2072245"/>
                <a:gd name="connsiteY68" fmla="*/ 643058 h 1362056"/>
                <a:gd name="connsiteX69" fmla="*/ 409832 w 2072245"/>
                <a:gd name="connsiteY69" fmla="*/ 575020 h 1362056"/>
                <a:gd name="connsiteX70" fmla="*/ 409832 w 2072245"/>
                <a:gd name="connsiteY70" fmla="*/ 503361 h 1362056"/>
                <a:gd name="connsiteX71" fmla="*/ 273880 w 2072245"/>
                <a:gd name="connsiteY71" fmla="*/ 435327 h 1362056"/>
                <a:gd name="connsiteX72" fmla="*/ 273763 w 2072245"/>
                <a:gd name="connsiteY72" fmla="*/ 363665 h 1362056"/>
                <a:gd name="connsiteX73" fmla="*/ 237758 w 2072245"/>
                <a:gd name="connsiteY73" fmla="*/ 345546 h 1362056"/>
                <a:gd name="connsiteX74" fmla="*/ 137812 w 2072245"/>
                <a:gd name="connsiteY74" fmla="*/ 295631 h 1362056"/>
                <a:gd name="connsiteX75" fmla="*/ 953758 w 2072245"/>
                <a:gd name="connsiteY75" fmla="*/ 559827 h 1362056"/>
                <a:gd name="connsiteX76" fmla="*/ 545784 w 2072245"/>
                <a:gd name="connsiteY76" fmla="*/ 714716 h 1362056"/>
                <a:gd name="connsiteX77" fmla="*/ 685040 w 2072245"/>
                <a:gd name="connsiteY77" fmla="*/ 784604 h 1362056"/>
                <a:gd name="connsiteX78" fmla="*/ 1091766 w 2072245"/>
                <a:gd name="connsiteY78" fmla="*/ 628942 h 1362056"/>
                <a:gd name="connsiteX79" fmla="*/ 953758 w 2072245"/>
                <a:gd name="connsiteY79" fmla="*/ 559827 h 1362056"/>
                <a:gd name="connsiteX80" fmla="*/ 2021566 w 2072245"/>
                <a:gd name="connsiteY80" fmla="*/ 918997 h 1362056"/>
                <a:gd name="connsiteX81" fmla="*/ 1424630 w 2072245"/>
                <a:gd name="connsiteY81" fmla="*/ 1147454 h 1362056"/>
                <a:gd name="connsiteX82" fmla="*/ 1177725 w 2072245"/>
                <a:gd name="connsiteY82" fmla="*/ 1147454 h 1362056"/>
                <a:gd name="connsiteX83" fmla="*/ 1063052 w 2072245"/>
                <a:gd name="connsiteY83" fmla="*/ 1103567 h 1362056"/>
                <a:gd name="connsiteX84" fmla="*/ 1063052 w 2072245"/>
                <a:gd name="connsiteY84" fmla="*/ 1298829 h 1362056"/>
                <a:gd name="connsiteX85" fmla="*/ 1177725 w 2072245"/>
                <a:gd name="connsiteY85" fmla="*/ 1342716 h 1362056"/>
                <a:gd name="connsiteX86" fmla="*/ 1424630 w 2072245"/>
                <a:gd name="connsiteY86" fmla="*/ 1342716 h 1362056"/>
                <a:gd name="connsiteX87" fmla="*/ 2021566 w 2072245"/>
                <a:gd name="connsiteY87" fmla="*/ 1114259 h 1362056"/>
                <a:gd name="connsiteX88" fmla="*/ 2072702 w 2072245"/>
                <a:gd name="connsiteY88" fmla="*/ 1067075 h 1362056"/>
                <a:gd name="connsiteX89" fmla="*/ 2072702 w 2072245"/>
                <a:gd name="connsiteY89" fmla="*/ 871813 h 1362056"/>
                <a:gd name="connsiteX90" fmla="*/ 2021566 w 2072245"/>
                <a:gd name="connsiteY90" fmla="*/ 918997 h 1362056"/>
                <a:gd name="connsiteX91" fmla="*/ 529792 w 2072245"/>
                <a:gd name="connsiteY91" fmla="*/ 874438 h 1362056"/>
                <a:gd name="connsiteX92" fmla="*/ 529779 w 2072245"/>
                <a:gd name="connsiteY92" fmla="*/ 893325 h 1362056"/>
                <a:gd name="connsiteX93" fmla="*/ 529693 w 2072245"/>
                <a:gd name="connsiteY93" fmla="*/ 1010972 h 1362056"/>
                <a:gd name="connsiteX94" fmla="*/ 655864 w 2072245"/>
                <a:gd name="connsiteY94" fmla="*/ 947730 h 1362056"/>
                <a:gd name="connsiteX95" fmla="*/ 580788 w 2072245"/>
                <a:gd name="connsiteY95" fmla="*/ 918997 h 1362056"/>
                <a:gd name="connsiteX96" fmla="*/ 529792 w 2072245"/>
                <a:gd name="connsiteY96" fmla="*/ 874438 h 1362056"/>
                <a:gd name="connsiteX97" fmla="*/ 2072702 w 2072245"/>
                <a:gd name="connsiteY97" fmla="*/ 871686 h 1362056"/>
                <a:gd name="connsiteX98" fmla="*/ 2072702 w 2072245"/>
                <a:gd name="connsiteY98" fmla="*/ 871813 h 1362056"/>
                <a:gd name="connsiteX99" fmla="*/ 2072702 w 2072245"/>
                <a:gd name="connsiteY99" fmla="*/ 871686 h 136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072245" h="1362056">
                  <a:moveTo>
                    <a:pt x="545784" y="643058"/>
                  </a:moveTo>
                  <a:lnTo>
                    <a:pt x="545784" y="714716"/>
                  </a:lnTo>
                  <a:lnTo>
                    <a:pt x="953758" y="559827"/>
                  </a:lnTo>
                  <a:lnTo>
                    <a:pt x="953640" y="488167"/>
                  </a:lnTo>
                  <a:lnTo>
                    <a:pt x="545784" y="643058"/>
                  </a:lnTo>
                  <a:close/>
                  <a:moveTo>
                    <a:pt x="817689" y="420128"/>
                  </a:moveTo>
                  <a:lnTo>
                    <a:pt x="409832" y="575020"/>
                  </a:lnTo>
                  <a:lnTo>
                    <a:pt x="545784" y="643058"/>
                  </a:lnTo>
                  <a:lnTo>
                    <a:pt x="953640" y="488167"/>
                  </a:lnTo>
                  <a:lnTo>
                    <a:pt x="817689" y="420128"/>
                  </a:lnTo>
                  <a:close/>
                  <a:moveTo>
                    <a:pt x="409832" y="503361"/>
                  </a:moveTo>
                  <a:lnTo>
                    <a:pt x="409832" y="575020"/>
                  </a:lnTo>
                  <a:lnTo>
                    <a:pt x="817689" y="420128"/>
                  </a:lnTo>
                  <a:lnTo>
                    <a:pt x="817688" y="348471"/>
                  </a:lnTo>
                  <a:lnTo>
                    <a:pt x="409832" y="503361"/>
                  </a:lnTo>
                  <a:close/>
                  <a:moveTo>
                    <a:pt x="681853" y="280431"/>
                  </a:moveTo>
                  <a:lnTo>
                    <a:pt x="273880" y="435327"/>
                  </a:lnTo>
                  <a:lnTo>
                    <a:pt x="409832" y="503361"/>
                  </a:lnTo>
                  <a:lnTo>
                    <a:pt x="817688" y="348471"/>
                  </a:lnTo>
                  <a:lnTo>
                    <a:pt x="681853" y="280431"/>
                  </a:lnTo>
                  <a:close/>
                  <a:moveTo>
                    <a:pt x="273763" y="363665"/>
                  </a:moveTo>
                  <a:lnTo>
                    <a:pt x="273880" y="435327"/>
                  </a:lnTo>
                  <a:lnTo>
                    <a:pt x="681853" y="280431"/>
                  </a:lnTo>
                  <a:lnTo>
                    <a:pt x="681853" y="208777"/>
                  </a:lnTo>
                  <a:lnTo>
                    <a:pt x="273763" y="363665"/>
                  </a:lnTo>
                  <a:close/>
                  <a:moveTo>
                    <a:pt x="137812" y="295631"/>
                  </a:moveTo>
                  <a:lnTo>
                    <a:pt x="237758" y="345546"/>
                  </a:lnTo>
                  <a:lnTo>
                    <a:pt x="273763" y="363665"/>
                  </a:lnTo>
                  <a:lnTo>
                    <a:pt x="681853" y="208777"/>
                  </a:lnTo>
                  <a:lnTo>
                    <a:pt x="545785" y="140742"/>
                  </a:lnTo>
                  <a:lnTo>
                    <a:pt x="137812" y="295631"/>
                  </a:lnTo>
                  <a:close/>
                  <a:moveTo>
                    <a:pt x="137812" y="223973"/>
                  </a:moveTo>
                  <a:lnTo>
                    <a:pt x="137812" y="295631"/>
                  </a:lnTo>
                  <a:lnTo>
                    <a:pt x="545785" y="140742"/>
                  </a:lnTo>
                  <a:lnTo>
                    <a:pt x="545785" y="69083"/>
                  </a:lnTo>
                  <a:lnTo>
                    <a:pt x="137812" y="223973"/>
                  </a:lnTo>
                  <a:close/>
                  <a:moveTo>
                    <a:pt x="456" y="155354"/>
                  </a:moveTo>
                  <a:lnTo>
                    <a:pt x="137812" y="223973"/>
                  </a:lnTo>
                  <a:lnTo>
                    <a:pt x="545785" y="69083"/>
                  </a:lnTo>
                  <a:lnTo>
                    <a:pt x="408079" y="231"/>
                  </a:lnTo>
                  <a:lnTo>
                    <a:pt x="456" y="155354"/>
                  </a:lnTo>
                  <a:close/>
                  <a:moveTo>
                    <a:pt x="580788" y="918997"/>
                  </a:moveTo>
                  <a:cubicBezTo>
                    <a:pt x="548484" y="906633"/>
                    <a:pt x="531486" y="890631"/>
                    <a:pt x="529792" y="874438"/>
                  </a:cubicBezTo>
                  <a:cubicBezTo>
                    <a:pt x="529699" y="873543"/>
                    <a:pt x="529652" y="872646"/>
                    <a:pt x="529652" y="871749"/>
                  </a:cubicBezTo>
                  <a:cubicBezTo>
                    <a:pt x="529652" y="854650"/>
                    <a:pt x="546697" y="837549"/>
                    <a:pt x="580788" y="824502"/>
                  </a:cubicBezTo>
                  <a:lnTo>
                    <a:pt x="685040" y="784604"/>
                  </a:lnTo>
                  <a:lnTo>
                    <a:pt x="1091766" y="628942"/>
                  </a:lnTo>
                  <a:lnTo>
                    <a:pt x="1177725" y="596045"/>
                  </a:lnTo>
                  <a:cubicBezTo>
                    <a:pt x="1245905" y="569951"/>
                    <a:pt x="1356449" y="569951"/>
                    <a:pt x="1424630" y="596045"/>
                  </a:cubicBezTo>
                  <a:lnTo>
                    <a:pt x="2021566" y="824502"/>
                  </a:lnTo>
                  <a:cubicBezTo>
                    <a:pt x="2055614" y="837533"/>
                    <a:pt x="2072660" y="854607"/>
                    <a:pt x="2072702" y="871686"/>
                  </a:cubicBezTo>
                  <a:cubicBezTo>
                    <a:pt x="2072702" y="871728"/>
                    <a:pt x="2072702" y="871771"/>
                    <a:pt x="2072702" y="871813"/>
                  </a:cubicBezTo>
                  <a:cubicBezTo>
                    <a:pt x="2072660" y="888892"/>
                    <a:pt x="2055614" y="905966"/>
                    <a:pt x="2021566" y="918997"/>
                  </a:cubicBezTo>
                  <a:lnTo>
                    <a:pt x="1424630" y="1147454"/>
                  </a:lnTo>
                  <a:cubicBezTo>
                    <a:pt x="1356449" y="1173548"/>
                    <a:pt x="1245905" y="1173548"/>
                    <a:pt x="1177725" y="1147454"/>
                  </a:cubicBezTo>
                  <a:lnTo>
                    <a:pt x="1063052" y="1103567"/>
                  </a:lnTo>
                  <a:lnTo>
                    <a:pt x="655864" y="947730"/>
                  </a:lnTo>
                  <a:lnTo>
                    <a:pt x="580788" y="918997"/>
                  </a:lnTo>
                  <a:close/>
                  <a:moveTo>
                    <a:pt x="137812" y="295631"/>
                  </a:moveTo>
                  <a:lnTo>
                    <a:pt x="137812" y="223973"/>
                  </a:lnTo>
                  <a:lnTo>
                    <a:pt x="456" y="155354"/>
                  </a:lnTo>
                  <a:lnTo>
                    <a:pt x="456" y="350837"/>
                  </a:lnTo>
                  <a:lnTo>
                    <a:pt x="529779" y="893325"/>
                  </a:lnTo>
                  <a:lnTo>
                    <a:pt x="529792" y="874438"/>
                  </a:lnTo>
                  <a:cubicBezTo>
                    <a:pt x="529699" y="873543"/>
                    <a:pt x="529652" y="872646"/>
                    <a:pt x="529652" y="871749"/>
                  </a:cubicBezTo>
                  <a:cubicBezTo>
                    <a:pt x="529652" y="854650"/>
                    <a:pt x="546697" y="837549"/>
                    <a:pt x="580788" y="824502"/>
                  </a:cubicBezTo>
                  <a:lnTo>
                    <a:pt x="685040" y="784604"/>
                  </a:lnTo>
                  <a:lnTo>
                    <a:pt x="545784" y="714716"/>
                  </a:lnTo>
                  <a:lnTo>
                    <a:pt x="545784" y="643058"/>
                  </a:lnTo>
                  <a:lnTo>
                    <a:pt x="409832" y="575020"/>
                  </a:lnTo>
                  <a:lnTo>
                    <a:pt x="409832" y="503361"/>
                  </a:lnTo>
                  <a:lnTo>
                    <a:pt x="273880" y="435327"/>
                  </a:lnTo>
                  <a:lnTo>
                    <a:pt x="273763" y="363665"/>
                  </a:lnTo>
                  <a:lnTo>
                    <a:pt x="237758" y="345546"/>
                  </a:lnTo>
                  <a:lnTo>
                    <a:pt x="137812" y="295631"/>
                  </a:lnTo>
                  <a:close/>
                  <a:moveTo>
                    <a:pt x="953758" y="559827"/>
                  </a:moveTo>
                  <a:lnTo>
                    <a:pt x="545784" y="714716"/>
                  </a:lnTo>
                  <a:lnTo>
                    <a:pt x="685040" y="784604"/>
                  </a:lnTo>
                  <a:lnTo>
                    <a:pt x="1091766" y="628942"/>
                  </a:lnTo>
                  <a:lnTo>
                    <a:pt x="953758" y="559827"/>
                  </a:lnTo>
                  <a:close/>
                  <a:moveTo>
                    <a:pt x="2021566" y="918997"/>
                  </a:moveTo>
                  <a:lnTo>
                    <a:pt x="1424630" y="1147454"/>
                  </a:lnTo>
                  <a:cubicBezTo>
                    <a:pt x="1356449" y="1173548"/>
                    <a:pt x="1245905" y="1173548"/>
                    <a:pt x="1177725" y="1147454"/>
                  </a:cubicBezTo>
                  <a:lnTo>
                    <a:pt x="1063052" y="1103567"/>
                  </a:lnTo>
                  <a:lnTo>
                    <a:pt x="1063052" y="1298829"/>
                  </a:lnTo>
                  <a:lnTo>
                    <a:pt x="1177725" y="1342716"/>
                  </a:lnTo>
                  <a:cubicBezTo>
                    <a:pt x="1245905" y="1368810"/>
                    <a:pt x="1356449" y="1368810"/>
                    <a:pt x="1424630" y="1342716"/>
                  </a:cubicBezTo>
                  <a:lnTo>
                    <a:pt x="2021566" y="1114259"/>
                  </a:lnTo>
                  <a:cubicBezTo>
                    <a:pt x="2055614" y="1101228"/>
                    <a:pt x="2072660" y="1084155"/>
                    <a:pt x="2072702" y="1067075"/>
                  </a:cubicBezTo>
                  <a:lnTo>
                    <a:pt x="2072702" y="871813"/>
                  </a:lnTo>
                  <a:cubicBezTo>
                    <a:pt x="2072660" y="888892"/>
                    <a:pt x="2055614" y="905966"/>
                    <a:pt x="2021566" y="918997"/>
                  </a:cubicBezTo>
                  <a:close/>
                  <a:moveTo>
                    <a:pt x="529792" y="874438"/>
                  </a:moveTo>
                  <a:lnTo>
                    <a:pt x="529779" y="893325"/>
                  </a:lnTo>
                  <a:lnTo>
                    <a:pt x="529693" y="1010972"/>
                  </a:lnTo>
                  <a:lnTo>
                    <a:pt x="655864" y="947730"/>
                  </a:lnTo>
                  <a:lnTo>
                    <a:pt x="580788" y="918997"/>
                  </a:lnTo>
                  <a:cubicBezTo>
                    <a:pt x="548484" y="906633"/>
                    <a:pt x="531486" y="890631"/>
                    <a:pt x="529792" y="874438"/>
                  </a:cubicBezTo>
                  <a:close/>
                  <a:moveTo>
                    <a:pt x="2072702" y="871686"/>
                  </a:moveTo>
                  <a:lnTo>
                    <a:pt x="2072702" y="871813"/>
                  </a:lnTo>
                  <a:lnTo>
                    <a:pt x="2072702" y="871686"/>
                  </a:lnTo>
                  <a:close/>
                </a:path>
              </a:pathLst>
            </a:custGeom>
            <a:noFill/>
            <a:ln w="9525" cap="flat">
              <a:solidFill>
                <a:srgbClr val="4E8FF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sz="2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igura a mano libera: forma 61">
              <a:extLst>
                <a:ext uri="{FF2B5EF4-FFF2-40B4-BE49-F238E27FC236}">
                  <a16:creationId xmlns:a16="http://schemas.microsoft.com/office/drawing/2014/main" id="{AFDF30FC-7EA0-FD21-8169-6C6684FB1595}"/>
                </a:ext>
              </a:extLst>
            </p:cNvPr>
            <p:cNvSpPr/>
            <p:nvPr/>
          </p:nvSpPr>
          <p:spPr>
            <a:xfrm>
              <a:off x="4557154" y="3333750"/>
              <a:ext cx="2072245" cy="1362056"/>
            </a:xfrm>
            <a:custGeom>
              <a:avLst/>
              <a:gdLst>
                <a:gd name="connsiteX0" fmla="*/ 1527269 w 2072245"/>
                <a:gd name="connsiteY0" fmla="*/ 643157 h 1362056"/>
                <a:gd name="connsiteX1" fmla="*/ 1527269 w 2072245"/>
                <a:gd name="connsiteY1" fmla="*/ 714815 h 1362056"/>
                <a:gd name="connsiteX2" fmla="*/ 1119295 w 2072245"/>
                <a:gd name="connsiteY2" fmla="*/ 559927 h 1362056"/>
                <a:gd name="connsiteX3" fmla="*/ 1119412 w 2072245"/>
                <a:gd name="connsiteY3" fmla="*/ 488266 h 1362056"/>
                <a:gd name="connsiteX4" fmla="*/ 1527269 w 2072245"/>
                <a:gd name="connsiteY4" fmla="*/ 643157 h 1362056"/>
                <a:gd name="connsiteX5" fmla="*/ 1255364 w 2072245"/>
                <a:gd name="connsiteY5" fmla="*/ 420227 h 1362056"/>
                <a:gd name="connsiteX6" fmla="*/ 1663220 w 2072245"/>
                <a:gd name="connsiteY6" fmla="*/ 575119 h 1362056"/>
                <a:gd name="connsiteX7" fmla="*/ 1527269 w 2072245"/>
                <a:gd name="connsiteY7" fmla="*/ 643157 h 1362056"/>
                <a:gd name="connsiteX8" fmla="*/ 1119412 w 2072245"/>
                <a:gd name="connsiteY8" fmla="*/ 488266 h 1362056"/>
                <a:gd name="connsiteX9" fmla="*/ 1255364 w 2072245"/>
                <a:gd name="connsiteY9" fmla="*/ 420227 h 1362056"/>
                <a:gd name="connsiteX10" fmla="*/ 1663220 w 2072245"/>
                <a:gd name="connsiteY10" fmla="*/ 503461 h 1362056"/>
                <a:gd name="connsiteX11" fmla="*/ 1663220 w 2072245"/>
                <a:gd name="connsiteY11" fmla="*/ 575119 h 1362056"/>
                <a:gd name="connsiteX12" fmla="*/ 1255364 w 2072245"/>
                <a:gd name="connsiteY12" fmla="*/ 420227 h 1362056"/>
                <a:gd name="connsiteX13" fmla="*/ 1255364 w 2072245"/>
                <a:gd name="connsiteY13" fmla="*/ 348571 h 1362056"/>
                <a:gd name="connsiteX14" fmla="*/ 1663220 w 2072245"/>
                <a:gd name="connsiteY14" fmla="*/ 503461 h 1362056"/>
                <a:gd name="connsiteX15" fmla="*/ 1391200 w 2072245"/>
                <a:gd name="connsiteY15" fmla="*/ 280531 h 1362056"/>
                <a:gd name="connsiteX16" fmla="*/ 1799173 w 2072245"/>
                <a:gd name="connsiteY16" fmla="*/ 435426 h 1362056"/>
                <a:gd name="connsiteX17" fmla="*/ 1663220 w 2072245"/>
                <a:gd name="connsiteY17" fmla="*/ 503461 h 1362056"/>
                <a:gd name="connsiteX18" fmla="*/ 1255364 w 2072245"/>
                <a:gd name="connsiteY18" fmla="*/ 348571 h 1362056"/>
                <a:gd name="connsiteX19" fmla="*/ 1391200 w 2072245"/>
                <a:gd name="connsiteY19" fmla="*/ 280531 h 1362056"/>
                <a:gd name="connsiteX20" fmla="*/ 1799290 w 2072245"/>
                <a:gd name="connsiteY20" fmla="*/ 363764 h 1362056"/>
                <a:gd name="connsiteX21" fmla="*/ 1799173 w 2072245"/>
                <a:gd name="connsiteY21" fmla="*/ 435426 h 1362056"/>
                <a:gd name="connsiteX22" fmla="*/ 1391200 w 2072245"/>
                <a:gd name="connsiteY22" fmla="*/ 280531 h 1362056"/>
                <a:gd name="connsiteX23" fmla="*/ 1391200 w 2072245"/>
                <a:gd name="connsiteY23" fmla="*/ 208876 h 1362056"/>
                <a:gd name="connsiteX24" fmla="*/ 1799290 w 2072245"/>
                <a:gd name="connsiteY24" fmla="*/ 363764 h 1362056"/>
                <a:gd name="connsiteX25" fmla="*/ 1935242 w 2072245"/>
                <a:gd name="connsiteY25" fmla="*/ 295731 h 1362056"/>
                <a:gd name="connsiteX26" fmla="*/ 1835294 w 2072245"/>
                <a:gd name="connsiteY26" fmla="*/ 345646 h 1362056"/>
                <a:gd name="connsiteX27" fmla="*/ 1799290 w 2072245"/>
                <a:gd name="connsiteY27" fmla="*/ 363764 h 1362056"/>
                <a:gd name="connsiteX28" fmla="*/ 1391200 w 2072245"/>
                <a:gd name="connsiteY28" fmla="*/ 208876 h 1362056"/>
                <a:gd name="connsiteX29" fmla="*/ 1527269 w 2072245"/>
                <a:gd name="connsiteY29" fmla="*/ 140842 h 1362056"/>
                <a:gd name="connsiteX30" fmla="*/ 1935242 w 2072245"/>
                <a:gd name="connsiteY30" fmla="*/ 295731 h 1362056"/>
                <a:gd name="connsiteX31" fmla="*/ 1935242 w 2072245"/>
                <a:gd name="connsiteY31" fmla="*/ 224072 h 1362056"/>
                <a:gd name="connsiteX32" fmla="*/ 1935242 w 2072245"/>
                <a:gd name="connsiteY32" fmla="*/ 295731 h 1362056"/>
                <a:gd name="connsiteX33" fmla="*/ 1527269 w 2072245"/>
                <a:gd name="connsiteY33" fmla="*/ 140842 h 1362056"/>
                <a:gd name="connsiteX34" fmla="*/ 1527268 w 2072245"/>
                <a:gd name="connsiteY34" fmla="*/ 69182 h 1362056"/>
                <a:gd name="connsiteX35" fmla="*/ 1935242 w 2072245"/>
                <a:gd name="connsiteY35" fmla="*/ 224072 h 1362056"/>
                <a:gd name="connsiteX36" fmla="*/ 2072596 w 2072245"/>
                <a:gd name="connsiteY36" fmla="*/ 155453 h 1362056"/>
                <a:gd name="connsiteX37" fmla="*/ 1935242 w 2072245"/>
                <a:gd name="connsiteY37" fmla="*/ 224072 h 1362056"/>
                <a:gd name="connsiteX38" fmla="*/ 1527268 w 2072245"/>
                <a:gd name="connsiteY38" fmla="*/ 69182 h 1362056"/>
                <a:gd name="connsiteX39" fmla="*/ 1664974 w 2072245"/>
                <a:gd name="connsiteY39" fmla="*/ 330 h 1362056"/>
                <a:gd name="connsiteX40" fmla="*/ 2072596 w 2072245"/>
                <a:gd name="connsiteY40" fmla="*/ 155453 h 1362056"/>
                <a:gd name="connsiteX41" fmla="*/ 1492265 w 2072245"/>
                <a:gd name="connsiteY41" fmla="*/ 919096 h 1362056"/>
                <a:gd name="connsiteX42" fmla="*/ 1543261 w 2072245"/>
                <a:gd name="connsiteY42" fmla="*/ 874537 h 1362056"/>
                <a:gd name="connsiteX43" fmla="*/ 1543401 w 2072245"/>
                <a:gd name="connsiteY43" fmla="*/ 871848 h 1362056"/>
                <a:gd name="connsiteX44" fmla="*/ 1492265 w 2072245"/>
                <a:gd name="connsiteY44" fmla="*/ 824602 h 1362056"/>
                <a:gd name="connsiteX45" fmla="*/ 1388012 w 2072245"/>
                <a:gd name="connsiteY45" fmla="*/ 784703 h 1362056"/>
                <a:gd name="connsiteX46" fmla="*/ 981286 w 2072245"/>
                <a:gd name="connsiteY46" fmla="*/ 629042 h 1362056"/>
                <a:gd name="connsiteX47" fmla="*/ 895328 w 2072245"/>
                <a:gd name="connsiteY47" fmla="*/ 596144 h 1362056"/>
                <a:gd name="connsiteX48" fmla="*/ 648423 w 2072245"/>
                <a:gd name="connsiteY48" fmla="*/ 596144 h 1362056"/>
                <a:gd name="connsiteX49" fmla="*/ 51486 w 2072245"/>
                <a:gd name="connsiteY49" fmla="*/ 824602 h 1362056"/>
                <a:gd name="connsiteX50" fmla="*/ 350 w 2072245"/>
                <a:gd name="connsiteY50" fmla="*/ 871786 h 1362056"/>
                <a:gd name="connsiteX51" fmla="*/ 350 w 2072245"/>
                <a:gd name="connsiteY51" fmla="*/ 871912 h 1362056"/>
                <a:gd name="connsiteX52" fmla="*/ 51486 w 2072245"/>
                <a:gd name="connsiteY52" fmla="*/ 919096 h 1362056"/>
                <a:gd name="connsiteX53" fmla="*/ 648423 w 2072245"/>
                <a:gd name="connsiteY53" fmla="*/ 1147553 h 1362056"/>
                <a:gd name="connsiteX54" fmla="*/ 895328 w 2072245"/>
                <a:gd name="connsiteY54" fmla="*/ 1147553 h 1362056"/>
                <a:gd name="connsiteX55" fmla="*/ 1010000 w 2072245"/>
                <a:gd name="connsiteY55" fmla="*/ 1103666 h 1362056"/>
                <a:gd name="connsiteX56" fmla="*/ 1417189 w 2072245"/>
                <a:gd name="connsiteY56" fmla="*/ 947829 h 1362056"/>
                <a:gd name="connsiteX57" fmla="*/ 1492265 w 2072245"/>
                <a:gd name="connsiteY57" fmla="*/ 919096 h 1362056"/>
                <a:gd name="connsiteX58" fmla="*/ 1935242 w 2072245"/>
                <a:gd name="connsiteY58" fmla="*/ 295731 h 1362056"/>
                <a:gd name="connsiteX59" fmla="*/ 1935242 w 2072245"/>
                <a:gd name="connsiteY59" fmla="*/ 224072 h 1362056"/>
                <a:gd name="connsiteX60" fmla="*/ 2072596 w 2072245"/>
                <a:gd name="connsiteY60" fmla="*/ 155453 h 1362056"/>
                <a:gd name="connsiteX61" fmla="*/ 2072596 w 2072245"/>
                <a:gd name="connsiteY61" fmla="*/ 350937 h 1362056"/>
                <a:gd name="connsiteX62" fmla="*/ 1543274 w 2072245"/>
                <a:gd name="connsiteY62" fmla="*/ 893425 h 1362056"/>
                <a:gd name="connsiteX63" fmla="*/ 1543261 w 2072245"/>
                <a:gd name="connsiteY63" fmla="*/ 874537 h 1362056"/>
                <a:gd name="connsiteX64" fmla="*/ 1543401 w 2072245"/>
                <a:gd name="connsiteY64" fmla="*/ 871848 h 1362056"/>
                <a:gd name="connsiteX65" fmla="*/ 1492265 w 2072245"/>
                <a:gd name="connsiteY65" fmla="*/ 824602 h 1362056"/>
                <a:gd name="connsiteX66" fmla="*/ 1388012 w 2072245"/>
                <a:gd name="connsiteY66" fmla="*/ 784703 h 1362056"/>
                <a:gd name="connsiteX67" fmla="*/ 1527269 w 2072245"/>
                <a:gd name="connsiteY67" fmla="*/ 714815 h 1362056"/>
                <a:gd name="connsiteX68" fmla="*/ 1527269 w 2072245"/>
                <a:gd name="connsiteY68" fmla="*/ 643157 h 1362056"/>
                <a:gd name="connsiteX69" fmla="*/ 1663220 w 2072245"/>
                <a:gd name="connsiteY69" fmla="*/ 575119 h 1362056"/>
                <a:gd name="connsiteX70" fmla="*/ 1663220 w 2072245"/>
                <a:gd name="connsiteY70" fmla="*/ 503461 h 1362056"/>
                <a:gd name="connsiteX71" fmla="*/ 1799173 w 2072245"/>
                <a:gd name="connsiteY71" fmla="*/ 435426 h 1362056"/>
                <a:gd name="connsiteX72" fmla="*/ 1799290 w 2072245"/>
                <a:gd name="connsiteY72" fmla="*/ 363764 h 1362056"/>
                <a:gd name="connsiteX73" fmla="*/ 1835294 w 2072245"/>
                <a:gd name="connsiteY73" fmla="*/ 345646 h 1362056"/>
                <a:gd name="connsiteX74" fmla="*/ 1935242 w 2072245"/>
                <a:gd name="connsiteY74" fmla="*/ 295731 h 1362056"/>
                <a:gd name="connsiteX75" fmla="*/ 1119295 w 2072245"/>
                <a:gd name="connsiteY75" fmla="*/ 559927 h 1362056"/>
                <a:gd name="connsiteX76" fmla="*/ 1527269 w 2072245"/>
                <a:gd name="connsiteY76" fmla="*/ 714815 h 1362056"/>
                <a:gd name="connsiteX77" fmla="*/ 1388012 w 2072245"/>
                <a:gd name="connsiteY77" fmla="*/ 784703 h 1362056"/>
                <a:gd name="connsiteX78" fmla="*/ 981286 w 2072245"/>
                <a:gd name="connsiteY78" fmla="*/ 629042 h 1362056"/>
                <a:gd name="connsiteX79" fmla="*/ 1119295 w 2072245"/>
                <a:gd name="connsiteY79" fmla="*/ 559927 h 1362056"/>
                <a:gd name="connsiteX80" fmla="*/ 51486 w 2072245"/>
                <a:gd name="connsiteY80" fmla="*/ 919096 h 1362056"/>
                <a:gd name="connsiteX81" fmla="*/ 648423 w 2072245"/>
                <a:gd name="connsiteY81" fmla="*/ 1147553 h 1362056"/>
                <a:gd name="connsiteX82" fmla="*/ 895328 w 2072245"/>
                <a:gd name="connsiteY82" fmla="*/ 1147553 h 1362056"/>
                <a:gd name="connsiteX83" fmla="*/ 1010000 w 2072245"/>
                <a:gd name="connsiteY83" fmla="*/ 1103666 h 1362056"/>
                <a:gd name="connsiteX84" fmla="*/ 1010000 w 2072245"/>
                <a:gd name="connsiteY84" fmla="*/ 1298929 h 1362056"/>
                <a:gd name="connsiteX85" fmla="*/ 895328 w 2072245"/>
                <a:gd name="connsiteY85" fmla="*/ 1342816 h 1362056"/>
                <a:gd name="connsiteX86" fmla="*/ 648423 w 2072245"/>
                <a:gd name="connsiteY86" fmla="*/ 1342816 h 1362056"/>
                <a:gd name="connsiteX87" fmla="*/ 51486 w 2072245"/>
                <a:gd name="connsiteY87" fmla="*/ 1114359 h 1362056"/>
                <a:gd name="connsiteX88" fmla="*/ 350 w 2072245"/>
                <a:gd name="connsiteY88" fmla="*/ 1067175 h 1362056"/>
                <a:gd name="connsiteX89" fmla="*/ 350 w 2072245"/>
                <a:gd name="connsiteY89" fmla="*/ 871912 h 1362056"/>
                <a:gd name="connsiteX90" fmla="*/ 51486 w 2072245"/>
                <a:gd name="connsiteY90" fmla="*/ 919096 h 1362056"/>
                <a:gd name="connsiteX91" fmla="*/ 1543274 w 2072245"/>
                <a:gd name="connsiteY91" fmla="*/ 893425 h 1362056"/>
                <a:gd name="connsiteX92" fmla="*/ 1543261 w 2072245"/>
                <a:gd name="connsiteY92" fmla="*/ 874537 h 1362056"/>
                <a:gd name="connsiteX93" fmla="*/ 1492265 w 2072245"/>
                <a:gd name="connsiteY93" fmla="*/ 919096 h 1362056"/>
                <a:gd name="connsiteX94" fmla="*/ 1417189 w 2072245"/>
                <a:gd name="connsiteY94" fmla="*/ 947829 h 1362056"/>
                <a:gd name="connsiteX95" fmla="*/ 1543360 w 2072245"/>
                <a:gd name="connsiteY95" fmla="*/ 1011072 h 1362056"/>
                <a:gd name="connsiteX96" fmla="*/ 1543274 w 2072245"/>
                <a:gd name="connsiteY96" fmla="*/ 893425 h 1362056"/>
                <a:gd name="connsiteX97" fmla="*/ 350 w 2072245"/>
                <a:gd name="connsiteY97" fmla="*/ 871786 h 1362056"/>
                <a:gd name="connsiteX98" fmla="*/ 350 w 2072245"/>
                <a:gd name="connsiteY98" fmla="*/ 871912 h 1362056"/>
                <a:gd name="connsiteX99" fmla="*/ 350 w 2072245"/>
                <a:gd name="connsiteY99" fmla="*/ 871786 h 136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072245" h="1362056">
                  <a:moveTo>
                    <a:pt x="1527269" y="643157"/>
                  </a:moveTo>
                  <a:lnTo>
                    <a:pt x="1527269" y="714815"/>
                  </a:lnTo>
                  <a:lnTo>
                    <a:pt x="1119295" y="559927"/>
                  </a:lnTo>
                  <a:lnTo>
                    <a:pt x="1119412" y="488266"/>
                  </a:lnTo>
                  <a:lnTo>
                    <a:pt x="1527269" y="643157"/>
                  </a:lnTo>
                  <a:close/>
                  <a:moveTo>
                    <a:pt x="1255364" y="420227"/>
                  </a:moveTo>
                  <a:lnTo>
                    <a:pt x="1663220" y="575119"/>
                  </a:lnTo>
                  <a:lnTo>
                    <a:pt x="1527269" y="643157"/>
                  </a:lnTo>
                  <a:lnTo>
                    <a:pt x="1119412" y="488266"/>
                  </a:lnTo>
                  <a:lnTo>
                    <a:pt x="1255364" y="420227"/>
                  </a:lnTo>
                  <a:close/>
                  <a:moveTo>
                    <a:pt x="1663220" y="503461"/>
                  </a:moveTo>
                  <a:lnTo>
                    <a:pt x="1663220" y="575119"/>
                  </a:lnTo>
                  <a:lnTo>
                    <a:pt x="1255364" y="420227"/>
                  </a:lnTo>
                  <a:lnTo>
                    <a:pt x="1255364" y="348571"/>
                  </a:lnTo>
                  <a:lnTo>
                    <a:pt x="1663220" y="503461"/>
                  </a:lnTo>
                  <a:close/>
                  <a:moveTo>
                    <a:pt x="1391200" y="280531"/>
                  </a:moveTo>
                  <a:lnTo>
                    <a:pt x="1799173" y="435426"/>
                  </a:lnTo>
                  <a:lnTo>
                    <a:pt x="1663220" y="503461"/>
                  </a:lnTo>
                  <a:lnTo>
                    <a:pt x="1255364" y="348571"/>
                  </a:lnTo>
                  <a:lnTo>
                    <a:pt x="1391200" y="280531"/>
                  </a:lnTo>
                  <a:close/>
                  <a:moveTo>
                    <a:pt x="1799290" y="363764"/>
                  </a:moveTo>
                  <a:lnTo>
                    <a:pt x="1799173" y="435426"/>
                  </a:lnTo>
                  <a:lnTo>
                    <a:pt x="1391200" y="280531"/>
                  </a:lnTo>
                  <a:lnTo>
                    <a:pt x="1391200" y="208876"/>
                  </a:lnTo>
                  <a:lnTo>
                    <a:pt x="1799290" y="363764"/>
                  </a:lnTo>
                  <a:close/>
                  <a:moveTo>
                    <a:pt x="1935242" y="295731"/>
                  </a:moveTo>
                  <a:lnTo>
                    <a:pt x="1835294" y="345646"/>
                  </a:lnTo>
                  <a:lnTo>
                    <a:pt x="1799290" y="363764"/>
                  </a:lnTo>
                  <a:lnTo>
                    <a:pt x="1391200" y="208876"/>
                  </a:lnTo>
                  <a:lnTo>
                    <a:pt x="1527269" y="140842"/>
                  </a:lnTo>
                  <a:lnTo>
                    <a:pt x="1935242" y="295731"/>
                  </a:lnTo>
                  <a:close/>
                  <a:moveTo>
                    <a:pt x="1935242" y="224072"/>
                  </a:moveTo>
                  <a:lnTo>
                    <a:pt x="1935242" y="295731"/>
                  </a:lnTo>
                  <a:lnTo>
                    <a:pt x="1527269" y="140842"/>
                  </a:lnTo>
                  <a:lnTo>
                    <a:pt x="1527268" y="69182"/>
                  </a:lnTo>
                  <a:lnTo>
                    <a:pt x="1935242" y="224072"/>
                  </a:lnTo>
                  <a:close/>
                  <a:moveTo>
                    <a:pt x="2072596" y="155453"/>
                  </a:moveTo>
                  <a:lnTo>
                    <a:pt x="1935242" y="224072"/>
                  </a:lnTo>
                  <a:lnTo>
                    <a:pt x="1527268" y="69182"/>
                  </a:lnTo>
                  <a:lnTo>
                    <a:pt x="1664974" y="330"/>
                  </a:lnTo>
                  <a:lnTo>
                    <a:pt x="2072596" y="155453"/>
                  </a:lnTo>
                  <a:close/>
                  <a:moveTo>
                    <a:pt x="1492265" y="919096"/>
                  </a:moveTo>
                  <a:cubicBezTo>
                    <a:pt x="1524569" y="906733"/>
                    <a:pt x="1541567" y="890731"/>
                    <a:pt x="1543261" y="874537"/>
                  </a:cubicBezTo>
                  <a:cubicBezTo>
                    <a:pt x="1543354" y="873642"/>
                    <a:pt x="1543401" y="872746"/>
                    <a:pt x="1543401" y="871848"/>
                  </a:cubicBezTo>
                  <a:cubicBezTo>
                    <a:pt x="1543401" y="854749"/>
                    <a:pt x="1526355" y="837649"/>
                    <a:pt x="1492265" y="824602"/>
                  </a:cubicBezTo>
                  <a:lnTo>
                    <a:pt x="1388012" y="784703"/>
                  </a:lnTo>
                  <a:lnTo>
                    <a:pt x="981286" y="629042"/>
                  </a:lnTo>
                  <a:lnTo>
                    <a:pt x="895328" y="596144"/>
                  </a:lnTo>
                  <a:cubicBezTo>
                    <a:pt x="827147" y="570051"/>
                    <a:pt x="716604" y="570051"/>
                    <a:pt x="648423" y="596144"/>
                  </a:cubicBezTo>
                  <a:lnTo>
                    <a:pt x="51486" y="824602"/>
                  </a:lnTo>
                  <a:cubicBezTo>
                    <a:pt x="17438" y="837633"/>
                    <a:pt x="392" y="854706"/>
                    <a:pt x="350" y="871786"/>
                  </a:cubicBezTo>
                  <a:cubicBezTo>
                    <a:pt x="350" y="871827"/>
                    <a:pt x="350" y="871870"/>
                    <a:pt x="350" y="871912"/>
                  </a:cubicBezTo>
                  <a:cubicBezTo>
                    <a:pt x="392" y="888992"/>
                    <a:pt x="17438" y="906065"/>
                    <a:pt x="51486" y="919096"/>
                  </a:cubicBezTo>
                  <a:lnTo>
                    <a:pt x="648423" y="1147553"/>
                  </a:lnTo>
                  <a:cubicBezTo>
                    <a:pt x="716604" y="1173647"/>
                    <a:pt x="827147" y="1173647"/>
                    <a:pt x="895328" y="1147553"/>
                  </a:cubicBezTo>
                  <a:lnTo>
                    <a:pt x="1010000" y="1103666"/>
                  </a:lnTo>
                  <a:lnTo>
                    <a:pt x="1417189" y="947829"/>
                  </a:lnTo>
                  <a:lnTo>
                    <a:pt x="1492265" y="919096"/>
                  </a:lnTo>
                  <a:close/>
                  <a:moveTo>
                    <a:pt x="1935242" y="295731"/>
                  </a:moveTo>
                  <a:lnTo>
                    <a:pt x="1935242" y="224072"/>
                  </a:lnTo>
                  <a:lnTo>
                    <a:pt x="2072596" y="155453"/>
                  </a:lnTo>
                  <a:lnTo>
                    <a:pt x="2072596" y="350937"/>
                  </a:lnTo>
                  <a:lnTo>
                    <a:pt x="1543274" y="893425"/>
                  </a:lnTo>
                  <a:lnTo>
                    <a:pt x="1543261" y="874537"/>
                  </a:lnTo>
                  <a:cubicBezTo>
                    <a:pt x="1543354" y="873642"/>
                    <a:pt x="1543401" y="872746"/>
                    <a:pt x="1543401" y="871848"/>
                  </a:cubicBezTo>
                  <a:cubicBezTo>
                    <a:pt x="1543401" y="854749"/>
                    <a:pt x="1526355" y="837649"/>
                    <a:pt x="1492265" y="824602"/>
                  </a:cubicBezTo>
                  <a:lnTo>
                    <a:pt x="1388012" y="784703"/>
                  </a:lnTo>
                  <a:lnTo>
                    <a:pt x="1527269" y="714815"/>
                  </a:lnTo>
                  <a:lnTo>
                    <a:pt x="1527269" y="643157"/>
                  </a:lnTo>
                  <a:lnTo>
                    <a:pt x="1663220" y="575119"/>
                  </a:lnTo>
                  <a:lnTo>
                    <a:pt x="1663220" y="503461"/>
                  </a:lnTo>
                  <a:lnTo>
                    <a:pt x="1799173" y="435426"/>
                  </a:lnTo>
                  <a:lnTo>
                    <a:pt x="1799290" y="363764"/>
                  </a:lnTo>
                  <a:lnTo>
                    <a:pt x="1835294" y="345646"/>
                  </a:lnTo>
                  <a:lnTo>
                    <a:pt x="1935242" y="295731"/>
                  </a:lnTo>
                  <a:close/>
                  <a:moveTo>
                    <a:pt x="1119295" y="559927"/>
                  </a:moveTo>
                  <a:lnTo>
                    <a:pt x="1527269" y="714815"/>
                  </a:lnTo>
                  <a:lnTo>
                    <a:pt x="1388012" y="784703"/>
                  </a:lnTo>
                  <a:lnTo>
                    <a:pt x="981286" y="629042"/>
                  </a:lnTo>
                  <a:lnTo>
                    <a:pt x="1119295" y="559927"/>
                  </a:lnTo>
                  <a:close/>
                  <a:moveTo>
                    <a:pt x="51486" y="919096"/>
                  </a:moveTo>
                  <a:lnTo>
                    <a:pt x="648423" y="1147553"/>
                  </a:lnTo>
                  <a:cubicBezTo>
                    <a:pt x="716604" y="1173647"/>
                    <a:pt x="827147" y="1173647"/>
                    <a:pt x="895328" y="1147553"/>
                  </a:cubicBezTo>
                  <a:lnTo>
                    <a:pt x="1010000" y="1103666"/>
                  </a:lnTo>
                  <a:lnTo>
                    <a:pt x="1010000" y="1298929"/>
                  </a:lnTo>
                  <a:lnTo>
                    <a:pt x="895328" y="1342816"/>
                  </a:lnTo>
                  <a:cubicBezTo>
                    <a:pt x="827147" y="1368910"/>
                    <a:pt x="716604" y="1368910"/>
                    <a:pt x="648423" y="1342816"/>
                  </a:cubicBezTo>
                  <a:lnTo>
                    <a:pt x="51486" y="1114359"/>
                  </a:lnTo>
                  <a:cubicBezTo>
                    <a:pt x="17438" y="1101328"/>
                    <a:pt x="392" y="1084254"/>
                    <a:pt x="350" y="1067175"/>
                  </a:cubicBezTo>
                  <a:lnTo>
                    <a:pt x="350" y="871912"/>
                  </a:lnTo>
                  <a:cubicBezTo>
                    <a:pt x="392" y="888992"/>
                    <a:pt x="17438" y="906065"/>
                    <a:pt x="51486" y="919096"/>
                  </a:cubicBezTo>
                  <a:close/>
                  <a:moveTo>
                    <a:pt x="1543274" y="893425"/>
                  </a:moveTo>
                  <a:lnTo>
                    <a:pt x="1543261" y="874537"/>
                  </a:lnTo>
                  <a:cubicBezTo>
                    <a:pt x="1541567" y="890731"/>
                    <a:pt x="1524569" y="906733"/>
                    <a:pt x="1492265" y="919096"/>
                  </a:cubicBezTo>
                  <a:lnTo>
                    <a:pt x="1417189" y="947829"/>
                  </a:lnTo>
                  <a:lnTo>
                    <a:pt x="1543360" y="1011072"/>
                  </a:lnTo>
                  <a:lnTo>
                    <a:pt x="1543274" y="893425"/>
                  </a:lnTo>
                  <a:close/>
                  <a:moveTo>
                    <a:pt x="350" y="871786"/>
                  </a:moveTo>
                  <a:lnTo>
                    <a:pt x="350" y="871912"/>
                  </a:lnTo>
                  <a:lnTo>
                    <a:pt x="350" y="871786"/>
                  </a:lnTo>
                  <a:close/>
                </a:path>
              </a:pathLst>
            </a:custGeom>
            <a:noFill/>
            <a:ln w="9525" cap="flat">
              <a:solidFill>
                <a:srgbClr val="4F84D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sz="2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igura a mano libera: forma 62">
              <a:extLst>
                <a:ext uri="{FF2B5EF4-FFF2-40B4-BE49-F238E27FC236}">
                  <a16:creationId xmlns:a16="http://schemas.microsoft.com/office/drawing/2014/main" id="{BE8C23BA-4B44-A745-B224-35C2E356E50B}"/>
                </a:ext>
              </a:extLst>
            </p:cNvPr>
            <p:cNvSpPr/>
            <p:nvPr/>
          </p:nvSpPr>
          <p:spPr>
            <a:xfrm>
              <a:off x="5564702" y="4281506"/>
              <a:ext cx="2072245" cy="1362056"/>
            </a:xfrm>
            <a:custGeom>
              <a:avLst/>
              <a:gdLst>
                <a:gd name="connsiteX0" fmla="*/ 2021566 w 2072245"/>
                <a:gd name="connsiteY0" fmla="*/ 919196 h 1362056"/>
                <a:gd name="connsiteX1" fmla="*/ 1424630 w 2072245"/>
                <a:gd name="connsiteY1" fmla="*/ 1147653 h 1362056"/>
                <a:gd name="connsiteX2" fmla="*/ 1177724 w 2072245"/>
                <a:gd name="connsiteY2" fmla="*/ 1147653 h 1362056"/>
                <a:gd name="connsiteX3" fmla="*/ 580788 w 2072245"/>
                <a:gd name="connsiteY3" fmla="*/ 919196 h 1362056"/>
                <a:gd name="connsiteX4" fmla="*/ 529792 w 2072245"/>
                <a:gd name="connsiteY4" fmla="*/ 874637 h 1362056"/>
                <a:gd name="connsiteX5" fmla="*/ 529779 w 2072245"/>
                <a:gd name="connsiteY5" fmla="*/ 893524 h 1362056"/>
                <a:gd name="connsiteX6" fmla="*/ 529652 w 2072245"/>
                <a:gd name="connsiteY6" fmla="*/ 1067211 h 1362056"/>
                <a:gd name="connsiteX7" fmla="*/ 580788 w 2072245"/>
                <a:gd name="connsiteY7" fmla="*/ 1114458 h 1362056"/>
                <a:gd name="connsiteX8" fmla="*/ 1177724 w 2072245"/>
                <a:gd name="connsiteY8" fmla="*/ 1342915 h 1362056"/>
                <a:gd name="connsiteX9" fmla="*/ 1424630 w 2072245"/>
                <a:gd name="connsiteY9" fmla="*/ 1342915 h 1362056"/>
                <a:gd name="connsiteX10" fmla="*/ 2021566 w 2072245"/>
                <a:gd name="connsiteY10" fmla="*/ 1114458 h 1362056"/>
                <a:gd name="connsiteX11" fmla="*/ 2072702 w 2072245"/>
                <a:gd name="connsiteY11" fmla="*/ 1067274 h 1362056"/>
                <a:gd name="connsiteX12" fmla="*/ 2072702 w 2072245"/>
                <a:gd name="connsiteY12" fmla="*/ 872012 h 1362056"/>
                <a:gd name="connsiteX13" fmla="*/ 2021566 w 2072245"/>
                <a:gd name="connsiteY13" fmla="*/ 919196 h 1362056"/>
                <a:gd name="connsiteX14" fmla="*/ 2021566 w 2072245"/>
                <a:gd name="connsiteY14" fmla="*/ 824701 h 1362056"/>
                <a:gd name="connsiteX15" fmla="*/ 1424630 w 2072245"/>
                <a:gd name="connsiteY15" fmla="*/ 596244 h 1362056"/>
                <a:gd name="connsiteX16" fmla="*/ 1177724 w 2072245"/>
                <a:gd name="connsiteY16" fmla="*/ 596244 h 1362056"/>
                <a:gd name="connsiteX17" fmla="*/ 1091766 w 2072245"/>
                <a:gd name="connsiteY17" fmla="*/ 629141 h 1362056"/>
                <a:gd name="connsiteX18" fmla="*/ 685040 w 2072245"/>
                <a:gd name="connsiteY18" fmla="*/ 784803 h 1362056"/>
                <a:gd name="connsiteX19" fmla="*/ 580788 w 2072245"/>
                <a:gd name="connsiteY19" fmla="*/ 824701 h 1362056"/>
                <a:gd name="connsiteX20" fmla="*/ 529652 w 2072245"/>
                <a:gd name="connsiteY20" fmla="*/ 871948 h 1362056"/>
                <a:gd name="connsiteX21" fmla="*/ 529792 w 2072245"/>
                <a:gd name="connsiteY21" fmla="*/ 874637 h 1362056"/>
                <a:gd name="connsiteX22" fmla="*/ 580788 w 2072245"/>
                <a:gd name="connsiteY22" fmla="*/ 919196 h 1362056"/>
                <a:gd name="connsiteX23" fmla="*/ 1177724 w 2072245"/>
                <a:gd name="connsiteY23" fmla="*/ 1147653 h 1362056"/>
                <a:gd name="connsiteX24" fmla="*/ 1424630 w 2072245"/>
                <a:gd name="connsiteY24" fmla="*/ 1147653 h 1362056"/>
                <a:gd name="connsiteX25" fmla="*/ 2021566 w 2072245"/>
                <a:gd name="connsiteY25" fmla="*/ 919196 h 1362056"/>
                <a:gd name="connsiteX26" fmla="*/ 2072702 w 2072245"/>
                <a:gd name="connsiteY26" fmla="*/ 872012 h 1362056"/>
                <a:gd name="connsiteX27" fmla="*/ 2072702 w 2072245"/>
                <a:gd name="connsiteY27" fmla="*/ 871885 h 1362056"/>
                <a:gd name="connsiteX28" fmla="*/ 2021566 w 2072245"/>
                <a:gd name="connsiteY28" fmla="*/ 824701 h 1362056"/>
                <a:gd name="connsiteX29" fmla="*/ 137811 w 2072245"/>
                <a:gd name="connsiteY29" fmla="*/ 295830 h 1362056"/>
                <a:gd name="connsiteX30" fmla="*/ 137811 w 2072245"/>
                <a:gd name="connsiteY30" fmla="*/ 224172 h 1362056"/>
                <a:gd name="connsiteX31" fmla="*/ 456 w 2072245"/>
                <a:gd name="connsiteY31" fmla="*/ 155553 h 1362056"/>
                <a:gd name="connsiteX32" fmla="*/ 456 w 2072245"/>
                <a:gd name="connsiteY32" fmla="*/ 351036 h 1362056"/>
                <a:gd name="connsiteX33" fmla="*/ 529779 w 2072245"/>
                <a:gd name="connsiteY33" fmla="*/ 893524 h 1362056"/>
                <a:gd name="connsiteX34" fmla="*/ 529792 w 2072245"/>
                <a:gd name="connsiteY34" fmla="*/ 874637 h 1362056"/>
                <a:gd name="connsiteX35" fmla="*/ 529652 w 2072245"/>
                <a:gd name="connsiteY35" fmla="*/ 871948 h 1362056"/>
                <a:gd name="connsiteX36" fmla="*/ 580788 w 2072245"/>
                <a:gd name="connsiteY36" fmla="*/ 824701 h 1362056"/>
                <a:gd name="connsiteX37" fmla="*/ 685040 w 2072245"/>
                <a:gd name="connsiteY37" fmla="*/ 784803 h 1362056"/>
                <a:gd name="connsiteX38" fmla="*/ 545783 w 2072245"/>
                <a:gd name="connsiteY38" fmla="*/ 714915 h 1362056"/>
                <a:gd name="connsiteX39" fmla="*/ 545783 w 2072245"/>
                <a:gd name="connsiteY39" fmla="*/ 643257 h 1362056"/>
                <a:gd name="connsiteX40" fmla="*/ 409832 w 2072245"/>
                <a:gd name="connsiteY40" fmla="*/ 575219 h 1362056"/>
                <a:gd name="connsiteX41" fmla="*/ 409832 w 2072245"/>
                <a:gd name="connsiteY41" fmla="*/ 503560 h 1362056"/>
                <a:gd name="connsiteX42" fmla="*/ 273880 w 2072245"/>
                <a:gd name="connsiteY42" fmla="*/ 435526 h 1362056"/>
                <a:gd name="connsiteX43" fmla="*/ 273763 w 2072245"/>
                <a:gd name="connsiteY43" fmla="*/ 363864 h 1362056"/>
                <a:gd name="connsiteX44" fmla="*/ 237758 w 2072245"/>
                <a:gd name="connsiteY44" fmla="*/ 345745 h 1362056"/>
                <a:gd name="connsiteX45" fmla="*/ 137811 w 2072245"/>
                <a:gd name="connsiteY45" fmla="*/ 295830 h 1362056"/>
                <a:gd name="connsiteX46" fmla="*/ 953757 w 2072245"/>
                <a:gd name="connsiteY46" fmla="*/ 560026 h 1362056"/>
                <a:gd name="connsiteX47" fmla="*/ 545783 w 2072245"/>
                <a:gd name="connsiteY47" fmla="*/ 714915 h 1362056"/>
                <a:gd name="connsiteX48" fmla="*/ 685040 w 2072245"/>
                <a:gd name="connsiteY48" fmla="*/ 784803 h 1362056"/>
                <a:gd name="connsiteX49" fmla="*/ 1091766 w 2072245"/>
                <a:gd name="connsiteY49" fmla="*/ 629141 h 1362056"/>
                <a:gd name="connsiteX50" fmla="*/ 953757 w 2072245"/>
                <a:gd name="connsiteY50" fmla="*/ 560026 h 1362056"/>
                <a:gd name="connsiteX51" fmla="*/ 545783 w 2072245"/>
                <a:gd name="connsiteY51" fmla="*/ 643257 h 1362056"/>
                <a:gd name="connsiteX52" fmla="*/ 545783 w 2072245"/>
                <a:gd name="connsiteY52" fmla="*/ 714915 h 1362056"/>
                <a:gd name="connsiteX53" fmla="*/ 953757 w 2072245"/>
                <a:gd name="connsiteY53" fmla="*/ 560026 h 1362056"/>
                <a:gd name="connsiteX54" fmla="*/ 953640 w 2072245"/>
                <a:gd name="connsiteY54" fmla="*/ 488366 h 1362056"/>
                <a:gd name="connsiteX55" fmla="*/ 545783 w 2072245"/>
                <a:gd name="connsiteY55" fmla="*/ 643257 h 1362056"/>
                <a:gd name="connsiteX56" fmla="*/ 817689 w 2072245"/>
                <a:gd name="connsiteY56" fmla="*/ 420327 h 1362056"/>
                <a:gd name="connsiteX57" fmla="*/ 409832 w 2072245"/>
                <a:gd name="connsiteY57" fmla="*/ 575219 h 1362056"/>
                <a:gd name="connsiteX58" fmla="*/ 545783 w 2072245"/>
                <a:gd name="connsiteY58" fmla="*/ 643257 h 1362056"/>
                <a:gd name="connsiteX59" fmla="*/ 953640 w 2072245"/>
                <a:gd name="connsiteY59" fmla="*/ 488366 h 1362056"/>
                <a:gd name="connsiteX60" fmla="*/ 817689 w 2072245"/>
                <a:gd name="connsiteY60" fmla="*/ 420327 h 1362056"/>
                <a:gd name="connsiteX61" fmla="*/ 409832 w 2072245"/>
                <a:gd name="connsiteY61" fmla="*/ 503560 h 1362056"/>
                <a:gd name="connsiteX62" fmla="*/ 409832 w 2072245"/>
                <a:gd name="connsiteY62" fmla="*/ 575219 h 1362056"/>
                <a:gd name="connsiteX63" fmla="*/ 817689 w 2072245"/>
                <a:gd name="connsiteY63" fmla="*/ 420327 h 1362056"/>
                <a:gd name="connsiteX64" fmla="*/ 817688 w 2072245"/>
                <a:gd name="connsiteY64" fmla="*/ 348670 h 1362056"/>
                <a:gd name="connsiteX65" fmla="*/ 409832 w 2072245"/>
                <a:gd name="connsiteY65" fmla="*/ 503560 h 1362056"/>
                <a:gd name="connsiteX66" fmla="*/ 681853 w 2072245"/>
                <a:gd name="connsiteY66" fmla="*/ 280630 h 1362056"/>
                <a:gd name="connsiteX67" fmla="*/ 273880 w 2072245"/>
                <a:gd name="connsiteY67" fmla="*/ 435526 h 1362056"/>
                <a:gd name="connsiteX68" fmla="*/ 409832 w 2072245"/>
                <a:gd name="connsiteY68" fmla="*/ 503560 h 1362056"/>
                <a:gd name="connsiteX69" fmla="*/ 817688 w 2072245"/>
                <a:gd name="connsiteY69" fmla="*/ 348670 h 1362056"/>
                <a:gd name="connsiteX70" fmla="*/ 681853 w 2072245"/>
                <a:gd name="connsiteY70" fmla="*/ 280630 h 1362056"/>
                <a:gd name="connsiteX71" fmla="*/ 273763 w 2072245"/>
                <a:gd name="connsiteY71" fmla="*/ 363864 h 1362056"/>
                <a:gd name="connsiteX72" fmla="*/ 273880 w 2072245"/>
                <a:gd name="connsiteY72" fmla="*/ 435526 h 1362056"/>
                <a:gd name="connsiteX73" fmla="*/ 681853 w 2072245"/>
                <a:gd name="connsiteY73" fmla="*/ 280630 h 1362056"/>
                <a:gd name="connsiteX74" fmla="*/ 681853 w 2072245"/>
                <a:gd name="connsiteY74" fmla="*/ 208976 h 1362056"/>
                <a:gd name="connsiteX75" fmla="*/ 273763 w 2072245"/>
                <a:gd name="connsiteY75" fmla="*/ 363864 h 1362056"/>
                <a:gd name="connsiteX76" fmla="*/ 137811 w 2072245"/>
                <a:gd name="connsiteY76" fmla="*/ 295830 h 1362056"/>
                <a:gd name="connsiteX77" fmla="*/ 237758 w 2072245"/>
                <a:gd name="connsiteY77" fmla="*/ 345745 h 1362056"/>
                <a:gd name="connsiteX78" fmla="*/ 273763 w 2072245"/>
                <a:gd name="connsiteY78" fmla="*/ 363864 h 1362056"/>
                <a:gd name="connsiteX79" fmla="*/ 681853 w 2072245"/>
                <a:gd name="connsiteY79" fmla="*/ 208976 h 1362056"/>
                <a:gd name="connsiteX80" fmla="*/ 545784 w 2072245"/>
                <a:gd name="connsiteY80" fmla="*/ 140941 h 1362056"/>
                <a:gd name="connsiteX81" fmla="*/ 137811 w 2072245"/>
                <a:gd name="connsiteY81" fmla="*/ 295830 h 1362056"/>
                <a:gd name="connsiteX82" fmla="*/ 137811 w 2072245"/>
                <a:gd name="connsiteY82" fmla="*/ 224172 h 1362056"/>
                <a:gd name="connsiteX83" fmla="*/ 137811 w 2072245"/>
                <a:gd name="connsiteY83" fmla="*/ 295830 h 1362056"/>
                <a:gd name="connsiteX84" fmla="*/ 545784 w 2072245"/>
                <a:gd name="connsiteY84" fmla="*/ 140941 h 1362056"/>
                <a:gd name="connsiteX85" fmla="*/ 545784 w 2072245"/>
                <a:gd name="connsiteY85" fmla="*/ 69282 h 1362056"/>
                <a:gd name="connsiteX86" fmla="*/ 137811 w 2072245"/>
                <a:gd name="connsiteY86" fmla="*/ 224172 h 1362056"/>
                <a:gd name="connsiteX87" fmla="*/ 456 w 2072245"/>
                <a:gd name="connsiteY87" fmla="*/ 155553 h 1362056"/>
                <a:gd name="connsiteX88" fmla="*/ 137811 w 2072245"/>
                <a:gd name="connsiteY88" fmla="*/ 224172 h 1362056"/>
                <a:gd name="connsiteX89" fmla="*/ 545784 w 2072245"/>
                <a:gd name="connsiteY89" fmla="*/ 69282 h 1362056"/>
                <a:gd name="connsiteX90" fmla="*/ 408079 w 2072245"/>
                <a:gd name="connsiteY90" fmla="*/ 430 h 1362056"/>
                <a:gd name="connsiteX91" fmla="*/ 456 w 2072245"/>
                <a:gd name="connsiteY91" fmla="*/ 155553 h 1362056"/>
                <a:gd name="connsiteX92" fmla="*/ 2072702 w 2072245"/>
                <a:gd name="connsiteY92" fmla="*/ 871885 h 1362056"/>
                <a:gd name="connsiteX93" fmla="*/ 2072702 w 2072245"/>
                <a:gd name="connsiteY93" fmla="*/ 872012 h 1362056"/>
                <a:gd name="connsiteX94" fmla="*/ 2072702 w 2072245"/>
                <a:gd name="connsiteY94" fmla="*/ 871885 h 136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72245" h="1362056">
                  <a:moveTo>
                    <a:pt x="2021566" y="919196"/>
                  </a:moveTo>
                  <a:lnTo>
                    <a:pt x="1424630" y="1147653"/>
                  </a:lnTo>
                  <a:cubicBezTo>
                    <a:pt x="1356449" y="1173747"/>
                    <a:pt x="1245905" y="1173747"/>
                    <a:pt x="1177724" y="1147653"/>
                  </a:cubicBezTo>
                  <a:lnTo>
                    <a:pt x="580788" y="919196"/>
                  </a:lnTo>
                  <a:cubicBezTo>
                    <a:pt x="548484" y="906832"/>
                    <a:pt x="531485" y="890830"/>
                    <a:pt x="529792" y="874637"/>
                  </a:cubicBezTo>
                  <a:lnTo>
                    <a:pt x="529779" y="893524"/>
                  </a:lnTo>
                  <a:lnTo>
                    <a:pt x="529652" y="1067211"/>
                  </a:lnTo>
                  <a:cubicBezTo>
                    <a:pt x="529652" y="1084311"/>
                    <a:pt x="546697" y="1101411"/>
                    <a:pt x="580788" y="1114458"/>
                  </a:cubicBezTo>
                  <a:lnTo>
                    <a:pt x="1177724" y="1342915"/>
                  </a:lnTo>
                  <a:cubicBezTo>
                    <a:pt x="1245905" y="1369009"/>
                    <a:pt x="1356449" y="1369009"/>
                    <a:pt x="1424630" y="1342915"/>
                  </a:cubicBezTo>
                  <a:lnTo>
                    <a:pt x="2021566" y="1114458"/>
                  </a:lnTo>
                  <a:cubicBezTo>
                    <a:pt x="2055614" y="1101427"/>
                    <a:pt x="2072660" y="1084354"/>
                    <a:pt x="2072702" y="1067274"/>
                  </a:cubicBezTo>
                  <a:lnTo>
                    <a:pt x="2072702" y="872012"/>
                  </a:lnTo>
                  <a:cubicBezTo>
                    <a:pt x="2072660" y="889091"/>
                    <a:pt x="2055614" y="906165"/>
                    <a:pt x="2021566" y="919196"/>
                  </a:cubicBezTo>
                  <a:close/>
                  <a:moveTo>
                    <a:pt x="2021566" y="824701"/>
                  </a:moveTo>
                  <a:lnTo>
                    <a:pt x="1424630" y="596244"/>
                  </a:lnTo>
                  <a:cubicBezTo>
                    <a:pt x="1356449" y="570150"/>
                    <a:pt x="1245905" y="570150"/>
                    <a:pt x="1177724" y="596244"/>
                  </a:cubicBezTo>
                  <a:lnTo>
                    <a:pt x="1091766" y="629141"/>
                  </a:lnTo>
                  <a:lnTo>
                    <a:pt x="685040" y="784803"/>
                  </a:lnTo>
                  <a:lnTo>
                    <a:pt x="580788" y="824701"/>
                  </a:lnTo>
                  <a:cubicBezTo>
                    <a:pt x="546697" y="837748"/>
                    <a:pt x="529652" y="854849"/>
                    <a:pt x="529652" y="871948"/>
                  </a:cubicBezTo>
                  <a:cubicBezTo>
                    <a:pt x="529652" y="872845"/>
                    <a:pt x="529699" y="873742"/>
                    <a:pt x="529792" y="874637"/>
                  </a:cubicBezTo>
                  <a:cubicBezTo>
                    <a:pt x="531485" y="890830"/>
                    <a:pt x="548484" y="906832"/>
                    <a:pt x="580788" y="919196"/>
                  </a:cubicBezTo>
                  <a:lnTo>
                    <a:pt x="1177724" y="1147653"/>
                  </a:lnTo>
                  <a:cubicBezTo>
                    <a:pt x="1245905" y="1173747"/>
                    <a:pt x="1356449" y="1173747"/>
                    <a:pt x="1424630" y="1147653"/>
                  </a:cubicBezTo>
                  <a:lnTo>
                    <a:pt x="2021566" y="919196"/>
                  </a:lnTo>
                  <a:cubicBezTo>
                    <a:pt x="2055614" y="906165"/>
                    <a:pt x="2072660" y="889091"/>
                    <a:pt x="2072702" y="872012"/>
                  </a:cubicBezTo>
                  <a:lnTo>
                    <a:pt x="2072702" y="871885"/>
                  </a:lnTo>
                  <a:cubicBezTo>
                    <a:pt x="2072660" y="854806"/>
                    <a:pt x="2055614" y="837732"/>
                    <a:pt x="2021566" y="824701"/>
                  </a:cubicBezTo>
                  <a:close/>
                  <a:moveTo>
                    <a:pt x="137811" y="295830"/>
                  </a:moveTo>
                  <a:lnTo>
                    <a:pt x="137811" y="224172"/>
                  </a:lnTo>
                  <a:lnTo>
                    <a:pt x="456" y="155553"/>
                  </a:lnTo>
                  <a:lnTo>
                    <a:pt x="456" y="351036"/>
                  </a:lnTo>
                  <a:lnTo>
                    <a:pt x="529779" y="893524"/>
                  </a:lnTo>
                  <a:lnTo>
                    <a:pt x="529792" y="874637"/>
                  </a:lnTo>
                  <a:cubicBezTo>
                    <a:pt x="529699" y="873742"/>
                    <a:pt x="529652" y="872845"/>
                    <a:pt x="529652" y="871948"/>
                  </a:cubicBezTo>
                  <a:cubicBezTo>
                    <a:pt x="529652" y="854849"/>
                    <a:pt x="546697" y="837748"/>
                    <a:pt x="580788" y="824701"/>
                  </a:cubicBezTo>
                  <a:lnTo>
                    <a:pt x="685040" y="784803"/>
                  </a:lnTo>
                  <a:lnTo>
                    <a:pt x="545783" y="714915"/>
                  </a:lnTo>
                  <a:lnTo>
                    <a:pt x="545783" y="643257"/>
                  </a:lnTo>
                  <a:lnTo>
                    <a:pt x="409832" y="575219"/>
                  </a:lnTo>
                  <a:lnTo>
                    <a:pt x="409832" y="503560"/>
                  </a:lnTo>
                  <a:lnTo>
                    <a:pt x="273880" y="435526"/>
                  </a:lnTo>
                  <a:lnTo>
                    <a:pt x="273763" y="363864"/>
                  </a:lnTo>
                  <a:lnTo>
                    <a:pt x="237758" y="345745"/>
                  </a:lnTo>
                  <a:lnTo>
                    <a:pt x="137811" y="295830"/>
                  </a:lnTo>
                  <a:close/>
                  <a:moveTo>
                    <a:pt x="953757" y="560026"/>
                  </a:moveTo>
                  <a:lnTo>
                    <a:pt x="545783" y="714915"/>
                  </a:lnTo>
                  <a:lnTo>
                    <a:pt x="685040" y="784803"/>
                  </a:lnTo>
                  <a:lnTo>
                    <a:pt x="1091766" y="629141"/>
                  </a:lnTo>
                  <a:lnTo>
                    <a:pt x="953757" y="560026"/>
                  </a:lnTo>
                  <a:close/>
                  <a:moveTo>
                    <a:pt x="545783" y="643257"/>
                  </a:moveTo>
                  <a:lnTo>
                    <a:pt x="545783" y="714915"/>
                  </a:lnTo>
                  <a:lnTo>
                    <a:pt x="953757" y="560026"/>
                  </a:lnTo>
                  <a:lnTo>
                    <a:pt x="953640" y="488366"/>
                  </a:lnTo>
                  <a:lnTo>
                    <a:pt x="545783" y="643257"/>
                  </a:lnTo>
                  <a:close/>
                  <a:moveTo>
                    <a:pt x="817689" y="420327"/>
                  </a:moveTo>
                  <a:lnTo>
                    <a:pt x="409832" y="575219"/>
                  </a:lnTo>
                  <a:lnTo>
                    <a:pt x="545783" y="643257"/>
                  </a:lnTo>
                  <a:lnTo>
                    <a:pt x="953640" y="488366"/>
                  </a:lnTo>
                  <a:lnTo>
                    <a:pt x="817689" y="420327"/>
                  </a:lnTo>
                  <a:close/>
                  <a:moveTo>
                    <a:pt x="409832" y="503560"/>
                  </a:moveTo>
                  <a:lnTo>
                    <a:pt x="409832" y="575219"/>
                  </a:lnTo>
                  <a:lnTo>
                    <a:pt x="817689" y="420327"/>
                  </a:lnTo>
                  <a:lnTo>
                    <a:pt x="817688" y="348670"/>
                  </a:lnTo>
                  <a:lnTo>
                    <a:pt x="409832" y="503560"/>
                  </a:lnTo>
                  <a:close/>
                  <a:moveTo>
                    <a:pt x="681853" y="280630"/>
                  </a:moveTo>
                  <a:lnTo>
                    <a:pt x="273880" y="435526"/>
                  </a:lnTo>
                  <a:lnTo>
                    <a:pt x="409832" y="503560"/>
                  </a:lnTo>
                  <a:lnTo>
                    <a:pt x="817688" y="348670"/>
                  </a:lnTo>
                  <a:lnTo>
                    <a:pt x="681853" y="280630"/>
                  </a:lnTo>
                  <a:close/>
                  <a:moveTo>
                    <a:pt x="273763" y="363864"/>
                  </a:moveTo>
                  <a:lnTo>
                    <a:pt x="273880" y="435526"/>
                  </a:lnTo>
                  <a:lnTo>
                    <a:pt x="681853" y="280630"/>
                  </a:lnTo>
                  <a:lnTo>
                    <a:pt x="681853" y="208976"/>
                  </a:lnTo>
                  <a:lnTo>
                    <a:pt x="273763" y="363864"/>
                  </a:lnTo>
                  <a:close/>
                  <a:moveTo>
                    <a:pt x="137811" y="295830"/>
                  </a:moveTo>
                  <a:lnTo>
                    <a:pt x="237758" y="345745"/>
                  </a:lnTo>
                  <a:lnTo>
                    <a:pt x="273763" y="363864"/>
                  </a:lnTo>
                  <a:lnTo>
                    <a:pt x="681853" y="208976"/>
                  </a:lnTo>
                  <a:lnTo>
                    <a:pt x="545784" y="140941"/>
                  </a:lnTo>
                  <a:lnTo>
                    <a:pt x="137811" y="295830"/>
                  </a:lnTo>
                  <a:close/>
                  <a:moveTo>
                    <a:pt x="137811" y="224172"/>
                  </a:moveTo>
                  <a:lnTo>
                    <a:pt x="137811" y="295830"/>
                  </a:lnTo>
                  <a:lnTo>
                    <a:pt x="545784" y="140941"/>
                  </a:lnTo>
                  <a:lnTo>
                    <a:pt x="545784" y="69282"/>
                  </a:lnTo>
                  <a:lnTo>
                    <a:pt x="137811" y="224172"/>
                  </a:lnTo>
                  <a:close/>
                  <a:moveTo>
                    <a:pt x="456" y="155553"/>
                  </a:moveTo>
                  <a:lnTo>
                    <a:pt x="137811" y="224172"/>
                  </a:lnTo>
                  <a:lnTo>
                    <a:pt x="545784" y="69282"/>
                  </a:lnTo>
                  <a:lnTo>
                    <a:pt x="408079" y="430"/>
                  </a:lnTo>
                  <a:lnTo>
                    <a:pt x="456" y="155553"/>
                  </a:lnTo>
                  <a:close/>
                  <a:moveTo>
                    <a:pt x="2072702" y="871885"/>
                  </a:moveTo>
                  <a:cubicBezTo>
                    <a:pt x="2072702" y="871927"/>
                    <a:pt x="2072702" y="871970"/>
                    <a:pt x="2072702" y="872012"/>
                  </a:cubicBezTo>
                  <a:lnTo>
                    <a:pt x="2072702" y="871885"/>
                  </a:lnTo>
                  <a:close/>
                </a:path>
              </a:pathLst>
            </a:custGeom>
            <a:noFill/>
            <a:ln w="9525" cap="flat">
              <a:solidFill>
                <a:srgbClr val="42649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sz="2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igura a mano libera: forma 64">
              <a:extLst>
                <a:ext uri="{FF2B5EF4-FFF2-40B4-BE49-F238E27FC236}">
                  <a16:creationId xmlns:a16="http://schemas.microsoft.com/office/drawing/2014/main" id="{5F59A9D4-EE51-BA3E-A1F1-7FB99A5EC31B}"/>
                </a:ext>
              </a:extLst>
            </p:cNvPr>
            <p:cNvSpPr/>
            <p:nvPr/>
          </p:nvSpPr>
          <p:spPr>
            <a:xfrm>
              <a:off x="3752850" y="4038600"/>
              <a:ext cx="571500" cy="571500"/>
            </a:xfrm>
            <a:custGeom>
              <a:avLst/>
              <a:gdLst>
                <a:gd name="connsiteX0" fmla="*/ 266 w 571500"/>
                <a:gd name="connsiteY0" fmla="*/ 286154 h 571500"/>
                <a:gd name="connsiteX1" fmla="*/ 286016 w 571500"/>
                <a:gd name="connsiteY1" fmla="*/ 404 h 571500"/>
                <a:gd name="connsiteX2" fmla="*/ 571766 w 571500"/>
                <a:gd name="connsiteY2" fmla="*/ 286154 h 571500"/>
                <a:gd name="connsiteX3" fmla="*/ 286016 w 571500"/>
                <a:gd name="connsiteY3" fmla="*/ 571904 h 571500"/>
                <a:gd name="connsiteX4" fmla="*/ 266 w 571500"/>
                <a:gd name="connsiteY4" fmla="*/ 2861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0" h="571500">
                  <a:moveTo>
                    <a:pt x="266" y="286154"/>
                  </a:moveTo>
                  <a:cubicBezTo>
                    <a:pt x="266" y="128339"/>
                    <a:pt x="128201" y="404"/>
                    <a:pt x="286016" y="404"/>
                  </a:cubicBezTo>
                  <a:cubicBezTo>
                    <a:pt x="443831" y="404"/>
                    <a:pt x="571766" y="128339"/>
                    <a:pt x="571766" y="286154"/>
                  </a:cubicBezTo>
                  <a:cubicBezTo>
                    <a:pt x="571766" y="443969"/>
                    <a:pt x="443831" y="571904"/>
                    <a:pt x="286016" y="571904"/>
                  </a:cubicBezTo>
                  <a:cubicBezTo>
                    <a:pt x="128201" y="571904"/>
                    <a:pt x="266" y="443969"/>
                    <a:pt x="266" y="286154"/>
                  </a:cubicBezTo>
                  <a:close/>
                </a:path>
              </a:pathLst>
            </a:custGeom>
            <a:noFill/>
            <a:ln w="9525" cap="flat">
              <a:solidFill>
                <a:srgbClr val="4F84D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sz="2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igura a mano libera: forma 65">
              <a:extLst>
                <a:ext uri="{FF2B5EF4-FFF2-40B4-BE49-F238E27FC236}">
                  <a16:creationId xmlns:a16="http://schemas.microsoft.com/office/drawing/2014/main" id="{E947FB11-054B-D1C9-EF51-063609E722B2}"/>
                </a:ext>
              </a:extLst>
            </p:cNvPr>
            <p:cNvSpPr/>
            <p:nvPr/>
          </p:nvSpPr>
          <p:spPr>
            <a:xfrm>
              <a:off x="7867650" y="3067050"/>
              <a:ext cx="571500" cy="571500"/>
            </a:xfrm>
            <a:custGeom>
              <a:avLst/>
              <a:gdLst>
                <a:gd name="connsiteX0" fmla="*/ 698 w 571500"/>
                <a:gd name="connsiteY0" fmla="*/ 286052 h 571500"/>
                <a:gd name="connsiteX1" fmla="*/ 286448 w 571500"/>
                <a:gd name="connsiteY1" fmla="*/ 302 h 571500"/>
                <a:gd name="connsiteX2" fmla="*/ 572198 w 571500"/>
                <a:gd name="connsiteY2" fmla="*/ 286052 h 571500"/>
                <a:gd name="connsiteX3" fmla="*/ 286448 w 571500"/>
                <a:gd name="connsiteY3" fmla="*/ 571802 h 571500"/>
                <a:gd name="connsiteX4" fmla="*/ 698 w 571500"/>
                <a:gd name="connsiteY4" fmla="*/ 286052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0" h="571500">
                  <a:moveTo>
                    <a:pt x="698" y="286052"/>
                  </a:moveTo>
                  <a:cubicBezTo>
                    <a:pt x="698" y="128237"/>
                    <a:pt x="128633" y="302"/>
                    <a:pt x="286448" y="302"/>
                  </a:cubicBezTo>
                  <a:cubicBezTo>
                    <a:pt x="444263" y="302"/>
                    <a:pt x="572198" y="128237"/>
                    <a:pt x="572198" y="286052"/>
                  </a:cubicBezTo>
                  <a:cubicBezTo>
                    <a:pt x="572198" y="443867"/>
                    <a:pt x="444263" y="571802"/>
                    <a:pt x="286448" y="571802"/>
                  </a:cubicBezTo>
                  <a:cubicBezTo>
                    <a:pt x="128633" y="571802"/>
                    <a:pt x="698" y="443867"/>
                    <a:pt x="698" y="286052"/>
                  </a:cubicBezTo>
                  <a:close/>
                </a:path>
              </a:pathLst>
            </a:custGeom>
            <a:noFill/>
            <a:ln w="9525" cap="flat">
              <a:solidFill>
                <a:srgbClr val="4E8FF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sz="2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igura a mano libera: forma 66">
              <a:extLst>
                <a:ext uri="{FF2B5EF4-FFF2-40B4-BE49-F238E27FC236}">
                  <a16:creationId xmlns:a16="http://schemas.microsoft.com/office/drawing/2014/main" id="{D74CB284-15CB-FA9F-1C9D-EB7CEEE5B902}"/>
                </a:ext>
              </a:extLst>
            </p:cNvPr>
            <p:cNvSpPr/>
            <p:nvPr/>
          </p:nvSpPr>
          <p:spPr>
            <a:xfrm>
              <a:off x="3752850" y="2152650"/>
              <a:ext cx="571500" cy="571500"/>
            </a:xfrm>
            <a:custGeom>
              <a:avLst/>
              <a:gdLst>
                <a:gd name="connsiteX0" fmla="*/ 266 w 571500"/>
                <a:gd name="connsiteY0" fmla="*/ 285956 h 571500"/>
                <a:gd name="connsiteX1" fmla="*/ 286016 w 571500"/>
                <a:gd name="connsiteY1" fmla="*/ 206 h 571500"/>
                <a:gd name="connsiteX2" fmla="*/ 571766 w 571500"/>
                <a:gd name="connsiteY2" fmla="*/ 285956 h 571500"/>
                <a:gd name="connsiteX3" fmla="*/ 286016 w 571500"/>
                <a:gd name="connsiteY3" fmla="*/ 571706 h 571500"/>
                <a:gd name="connsiteX4" fmla="*/ 266 w 571500"/>
                <a:gd name="connsiteY4" fmla="*/ 285956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0" h="571500">
                  <a:moveTo>
                    <a:pt x="266" y="285956"/>
                  </a:moveTo>
                  <a:cubicBezTo>
                    <a:pt x="266" y="128141"/>
                    <a:pt x="128201" y="206"/>
                    <a:pt x="286016" y="206"/>
                  </a:cubicBezTo>
                  <a:cubicBezTo>
                    <a:pt x="443831" y="206"/>
                    <a:pt x="571766" y="128141"/>
                    <a:pt x="571766" y="285956"/>
                  </a:cubicBezTo>
                  <a:cubicBezTo>
                    <a:pt x="571766" y="443771"/>
                    <a:pt x="443831" y="571706"/>
                    <a:pt x="286016" y="571706"/>
                  </a:cubicBezTo>
                  <a:cubicBezTo>
                    <a:pt x="128201" y="571706"/>
                    <a:pt x="266" y="443771"/>
                    <a:pt x="266" y="285956"/>
                  </a:cubicBezTo>
                  <a:close/>
                </a:path>
              </a:pathLst>
            </a:custGeom>
            <a:noFill/>
            <a:ln w="9525" cap="flat">
              <a:solidFill>
                <a:srgbClr val="95BD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sz="2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igura a mano libera: forma 67">
              <a:extLst>
                <a:ext uri="{FF2B5EF4-FFF2-40B4-BE49-F238E27FC236}">
                  <a16:creationId xmlns:a16="http://schemas.microsoft.com/office/drawing/2014/main" id="{3BF39216-A09C-9109-6FD5-70E40B5B83B2}"/>
                </a:ext>
              </a:extLst>
            </p:cNvPr>
            <p:cNvSpPr/>
            <p:nvPr/>
          </p:nvSpPr>
          <p:spPr>
            <a:xfrm>
              <a:off x="6622256" y="2280546"/>
              <a:ext cx="547687" cy="544306"/>
            </a:xfrm>
            <a:custGeom>
              <a:avLst/>
              <a:gdLst>
                <a:gd name="connsiteX0" fmla="*/ 548254 w 547687"/>
                <a:gd name="connsiteY0" fmla="*/ 168310 h 544306"/>
                <a:gd name="connsiteX1" fmla="*/ 461766 w 547687"/>
                <a:gd name="connsiteY1" fmla="*/ 308090 h 544306"/>
                <a:gd name="connsiteX2" fmla="*/ 398044 w 547687"/>
                <a:gd name="connsiteY2" fmla="*/ 342213 h 544306"/>
                <a:gd name="connsiteX3" fmla="*/ 334346 w 547687"/>
                <a:gd name="connsiteY3" fmla="*/ 308090 h 544306"/>
                <a:gd name="connsiteX4" fmla="*/ 247835 w 547687"/>
                <a:gd name="connsiteY4" fmla="*/ 168310 h 544306"/>
                <a:gd name="connsiteX5" fmla="*/ 247835 w 547687"/>
                <a:gd name="connsiteY5" fmla="*/ 218 h 544306"/>
                <a:gd name="connsiteX6" fmla="*/ 252836 w 547687"/>
                <a:gd name="connsiteY6" fmla="*/ 6481 h 544306"/>
                <a:gd name="connsiteX7" fmla="*/ 315415 w 547687"/>
                <a:gd name="connsiteY7" fmla="*/ 38437 h 544306"/>
                <a:gd name="connsiteX8" fmla="*/ 382090 w 547687"/>
                <a:gd name="connsiteY8" fmla="*/ 15077 h 544306"/>
                <a:gd name="connsiteX9" fmla="*/ 397949 w 547687"/>
                <a:gd name="connsiteY9" fmla="*/ 218 h 544306"/>
                <a:gd name="connsiteX10" fmla="*/ 413808 w 547687"/>
                <a:gd name="connsiteY10" fmla="*/ 15077 h 544306"/>
                <a:gd name="connsiteX11" fmla="*/ 480483 w 547687"/>
                <a:gd name="connsiteY11" fmla="*/ 38437 h 544306"/>
                <a:gd name="connsiteX12" fmla="*/ 543253 w 547687"/>
                <a:gd name="connsiteY12" fmla="*/ 6481 h 544306"/>
                <a:gd name="connsiteX13" fmla="*/ 548254 w 547687"/>
                <a:gd name="connsiteY13" fmla="*/ 218 h 544306"/>
                <a:gd name="connsiteX14" fmla="*/ 476816 w 547687"/>
                <a:gd name="connsiteY14" fmla="*/ 169668 h 544306"/>
                <a:gd name="connsiteX15" fmla="*/ 431572 w 547687"/>
                <a:gd name="connsiteY15" fmla="*/ 242986 h 544306"/>
                <a:gd name="connsiteX16" fmla="*/ 398116 w 547687"/>
                <a:gd name="connsiteY16" fmla="*/ 260893 h 544306"/>
                <a:gd name="connsiteX17" fmla="*/ 364778 w 547687"/>
                <a:gd name="connsiteY17" fmla="*/ 242986 h 544306"/>
                <a:gd name="connsiteX18" fmla="*/ 319368 w 547687"/>
                <a:gd name="connsiteY18" fmla="*/ 169668 h 544306"/>
                <a:gd name="connsiteX19" fmla="*/ 319368 w 547687"/>
                <a:gd name="connsiteY19" fmla="*/ 87396 h 544306"/>
                <a:gd name="connsiteX20" fmla="*/ 477054 w 547687"/>
                <a:gd name="connsiteY20" fmla="*/ 87396 h 544306"/>
                <a:gd name="connsiteX21" fmla="*/ 281220 w 547687"/>
                <a:gd name="connsiteY21" fmla="*/ 518997 h 544306"/>
                <a:gd name="connsiteX22" fmla="*/ 255693 w 547687"/>
                <a:gd name="connsiteY22" fmla="*/ 544524 h 544306"/>
                <a:gd name="connsiteX23" fmla="*/ 26069 w 547687"/>
                <a:gd name="connsiteY23" fmla="*/ 544524 h 544306"/>
                <a:gd name="connsiteX24" fmla="*/ 566 w 547687"/>
                <a:gd name="connsiteY24" fmla="*/ 518997 h 544306"/>
                <a:gd name="connsiteX25" fmla="*/ 566 w 547687"/>
                <a:gd name="connsiteY25" fmla="*/ 455227 h 544306"/>
                <a:gd name="connsiteX26" fmla="*/ 140893 w 547687"/>
                <a:gd name="connsiteY26" fmla="*/ 314900 h 544306"/>
                <a:gd name="connsiteX27" fmla="*/ 281220 w 547687"/>
                <a:gd name="connsiteY27" fmla="*/ 455227 h 544306"/>
                <a:gd name="connsiteX28" fmla="*/ 87315 w 547687"/>
                <a:gd name="connsiteY28" fmla="*/ 401649 h 544306"/>
                <a:gd name="connsiteX29" fmla="*/ 93268 w 547687"/>
                <a:gd name="connsiteY29" fmla="*/ 407602 h 544306"/>
                <a:gd name="connsiteX30" fmla="*/ 99221 w 547687"/>
                <a:gd name="connsiteY30" fmla="*/ 401649 h 544306"/>
                <a:gd name="connsiteX31" fmla="*/ 93268 w 547687"/>
                <a:gd name="connsiteY31" fmla="*/ 395696 h 544306"/>
                <a:gd name="connsiteX32" fmla="*/ 87315 w 547687"/>
                <a:gd name="connsiteY32" fmla="*/ 401649 h 544306"/>
                <a:gd name="connsiteX33" fmla="*/ 182565 w 547687"/>
                <a:gd name="connsiteY33" fmla="*/ 401482 h 544306"/>
                <a:gd name="connsiteX34" fmla="*/ 188518 w 547687"/>
                <a:gd name="connsiteY34" fmla="*/ 407436 h 544306"/>
                <a:gd name="connsiteX35" fmla="*/ 194471 w 547687"/>
                <a:gd name="connsiteY35" fmla="*/ 401482 h 544306"/>
                <a:gd name="connsiteX36" fmla="*/ 188518 w 547687"/>
                <a:gd name="connsiteY36" fmla="*/ 395529 h 544306"/>
                <a:gd name="connsiteX37" fmla="*/ 182565 w 547687"/>
                <a:gd name="connsiteY37" fmla="*/ 401482 h 544306"/>
                <a:gd name="connsiteX38" fmla="*/ 140893 w 547687"/>
                <a:gd name="connsiteY38" fmla="*/ 314900 h 544306"/>
                <a:gd name="connsiteX39" fmla="*/ 140893 w 547687"/>
                <a:gd name="connsiteY39" fmla="*/ 263870 h 544306"/>
                <a:gd name="connsiteX40" fmla="*/ 102626 w 547687"/>
                <a:gd name="connsiteY40" fmla="*/ 225603 h 544306"/>
                <a:gd name="connsiteX41" fmla="*/ 140893 w 547687"/>
                <a:gd name="connsiteY41" fmla="*/ 263870 h 544306"/>
                <a:gd name="connsiteX42" fmla="*/ 179160 w 547687"/>
                <a:gd name="connsiteY42" fmla="*/ 225603 h 544306"/>
                <a:gd name="connsiteX43" fmla="*/ 140893 w 547687"/>
                <a:gd name="connsiteY43" fmla="*/ 187337 h 544306"/>
                <a:gd name="connsiteX44" fmla="*/ 102626 w 547687"/>
                <a:gd name="connsiteY44" fmla="*/ 225603 h 544306"/>
                <a:gd name="connsiteX45" fmla="*/ 566 w 547687"/>
                <a:gd name="connsiteY45" fmla="*/ 480588 h 544306"/>
                <a:gd name="connsiteX46" fmla="*/ 281220 w 547687"/>
                <a:gd name="connsiteY46" fmla="*/ 480588 h 544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47687" h="544306">
                  <a:moveTo>
                    <a:pt x="548254" y="168310"/>
                  </a:moveTo>
                  <a:cubicBezTo>
                    <a:pt x="547523" y="227321"/>
                    <a:pt x="514248" y="281099"/>
                    <a:pt x="461766" y="308090"/>
                  </a:cubicBezTo>
                  <a:lnTo>
                    <a:pt x="398044" y="342213"/>
                  </a:lnTo>
                  <a:lnTo>
                    <a:pt x="334346" y="308090"/>
                  </a:lnTo>
                  <a:cubicBezTo>
                    <a:pt x="281851" y="281110"/>
                    <a:pt x="248565" y="227328"/>
                    <a:pt x="247835" y="168310"/>
                  </a:cubicBezTo>
                  <a:lnTo>
                    <a:pt x="247835" y="218"/>
                  </a:lnTo>
                  <a:lnTo>
                    <a:pt x="252836" y="6481"/>
                  </a:lnTo>
                  <a:cubicBezTo>
                    <a:pt x="268313" y="25410"/>
                    <a:pt x="291006" y="36998"/>
                    <a:pt x="315415" y="38437"/>
                  </a:cubicBezTo>
                  <a:cubicBezTo>
                    <a:pt x="339910" y="40176"/>
                    <a:pt x="364036" y="31723"/>
                    <a:pt x="382090" y="15077"/>
                  </a:cubicBezTo>
                  <a:lnTo>
                    <a:pt x="397949" y="218"/>
                  </a:lnTo>
                  <a:lnTo>
                    <a:pt x="413808" y="15077"/>
                  </a:lnTo>
                  <a:cubicBezTo>
                    <a:pt x="431862" y="31723"/>
                    <a:pt x="455988" y="40176"/>
                    <a:pt x="480483" y="38437"/>
                  </a:cubicBezTo>
                  <a:cubicBezTo>
                    <a:pt x="504960" y="37050"/>
                    <a:pt x="527731" y="25457"/>
                    <a:pt x="543253" y="6481"/>
                  </a:cubicBezTo>
                  <a:lnTo>
                    <a:pt x="548254" y="218"/>
                  </a:lnTo>
                  <a:close/>
                  <a:moveTo>
                    <a:pt x="476816" y="169668"/>
                  </a:moveTo>
                  <a:cubicBezTo>
                    <a:pt x="476452" y="200593"/>
                    <a:pt x="459051" y="228793"/>
                    <a:pt x="431572" y="242986"/>
                  </a:cubicBezTo>
                  <a:lnTo>
                    <a:pt x="398116" y="260893"/>
                  </a:lnTo>
                  <a:lnTo>
                    <a:pt x="364778" y="242986"/>
                  </a:lnTo>
                  <a:cubicBezTo>
                    <a:pt x="337232" y="228842"/>
                    <a:pt x="319759" y="200631"/>
                    <a:pt x="319368" y="169668"/>
                  </a:cubicBezTo>
                  <a:lnTo>
                    <a:pt x="319368" y="87396"/>
                  </a:lnTo>
                  <a:cubicBezTo>
                    <a:pt x="369990" y="107590"/>
                    <a:pt x="426432" y="107590"/>
                    <a:pt x="477054" y="87396"/>
                  </a:cubicBezTo>
                  <a:close/>
                  <a:moveTo>
                    <a:pt x="281220" y="518997"/>
                  </a:moveTo>
                  <a:cubicBezTo>
                    <a:pt x="281220" y="533095"/>
                    <a:pt x="269791" y="544524"/>
                    <a:pt x="255693" y="544524"/>
                  </a:cubicBezTo>
                  <a:lnTo>
                    <a:pt x="26069" y="544524"/>
                  </a:lnTo>
                  <a:cubicBezTo>
                    <a:pt x="11980" y="544511"/>
                    <a:pt x="566" y="533086"/>
                    <a:pt x="566" y="518997"/>
                  </a:cubicBezTo>
                  <a:lnTo>
                    <a:pt x="566" y="455227"/>
                  </a:lnTo>
                  <a:cubicBezTo>
                    <a:pt x="566" y="377727"/>
                    <a:pt x="63393" y="314900"/>
                    <a:pt x="140893" y="314900"/>
                  </a:cubicBezTo>
                  <a:cubicBezTo>
                    <a:pt x="218394" y="314900"/>
                    <a:pt x="281220" y="377727"/>
                    <a:pt x="281220" y="455227"/>
                  </a:cubicBezTo>
                  <a:close/>
                  <a:moveTo>
                    <a:pt x="87315" y="401649"/>
                  </a:moveTo>
                  <a:cubicBezTo>
                    <a:pt x="87315" y="404937"/>
                    <a:pt x="89980" y="407602"/>
                    <a:pt x="93268" y="407602"/>
                  </a:cubicBezTo>
                  <a:cubicBezTo>
                    <a:pt x="96556" y="407602"/>
                    <a:pt x="99221" y="404937"/>
                    <a:pt x="99221" y="401649"/>
                  </a:cubicBezTo>
                  <a:cubicBezTo>
                    <a:pt x="99221" y="398361"/>
                    <a:pt x="96556" y="395696"/>
                    <a:pt x="93268" y="395696"/>
                  </a:cubicBezTo>
                  <a:cubicBezTo>
                    <a:pt x="89980" y="395696"/>
                    <a:pt x="87315" y="398361"/>
                    <a:pt x="87315" y="401649"/>
                  </a:cubicBezTo>
                  <a:moveTo>
                    <a:pt x="182565" y="401482"/>
                  </a:moveTo>
                  <a:cubicBezTo>
                    <a:pt x="182565" y="404770"/>
                    <a:pt x="185230" y="407436"/>
                    <a:pt x="188518" y="407436"/>
                  </a:cubicBezTo>
                  <a:cubicBezTo>
                    <a:pt x="191806" y="407436"/>
                    <a:pt x="194471" y="404770"/>
                    <a:pt x="194471" y="401482"/>
                  </a:cubicBezTo>
                  <a:cubicBezTo>
                    <a:pt x="194471" y="398195"/>
                    <a:pt x="191806" y="395529"/>
                    <a:pt x="188518" y="395529"/>
                  </a:cubicBezTo>
                  <a:cubicBezTo>
                    <a:pt x="185230" y="395529"/>
                    <a:pt x="182565" y="398195"/>
                    <a:pt x="182565" y="401482"/>
                  </a:cubicBezTo>
                  <a:moveTo>
                    <a:pt x="140893" y="314900"/>
                  </a:moveTo>
                  <a:lnTo>
                    <a:pt x="140893" y="263870"/>
                  </a:lnTo>
                  <a:moveTo>
                    <a:pt x="102626" y="225603"/>
                  </a:moveTo>
                  <a:cubicBezTo>
                    <a:pt x="102626" y="246737"/>
                    <a:pt x="119759" y="263870"/>
                    <a:pt x="140893" y="263870"/>
                  </a:cubicBezTo>
                  <a:cubicBezTo>
                    <a:pt x="162027" y="263870"/>
                    <a:pt x="179160" y="246737"/>
                    <a:pt x="179160" y="225603"/>
                  </a:cubicBezTo>
                  <a:cubicBezTo>
                    <a:pt x="179160" y="204469"/>
                    <a:pt x="162027" y="187337"/>
                    <a:pt x="140893" y="187337"/>
                  </a:cubicBezTo>
                  <a:cubicBezTo>
                    <a:pt x="119759" y="187337"/>
                    <a:pt x="102626" y="204469"/>
                    <a:pt x="102626" y="225603"/>
                  </a:cubicBezTo>
                  <a:moveTo>
                    <a:pt x="566" y="480588"/>
                  </a:moveTo>
                  <a:lnTo>
                    <a:pt x="281220" y="480588"/>
                  </a:lnTo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 w="9525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sz="2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igura a mano libera: forma 68">
              <a:extLst>
                <a:ext uri="{FF2B5EF4-FFF2-40B4-BE49-F238E27FC236}">
                  <a16:creationId xmlns:a16="http://schemas.microsoft.com/office/drawing/2014/main" id="{90FCAE43-3CE1-4442-24F9-6498F1320B92}"/>
                </a:ext>
              </a:extLst>
            </p:cNvPr>
            <p:cNvSpPr/>
            <p:nvPr/>
          </p:nvSpPr>
          <p:spPr>
            <a:xfrm>
              <a:off x="4910809" y="3256359"/>
              <a:ext cx="541657" cy="535781"/>
            </a:xfrm>
            <a:custGeom>
              <a:avLst/>
              <a:gdLst>
                <a:gd name="connsiteX0" fmla="*/ 58364 w 541657"/>
                <a:gd name="connsiteY0" fmla="*/ 320 h 535781"/>
                <a:gd name="connsiteX1" fmla="*/ 224670 w 541657"/>
                <a:gd name="connsiteY1" fmla="*/ 320 h 535781"/>
                <a:gd name="connsiteX2" fmla="*/ 248483 w 541657"/>
                <a:gd name="connsiteY2" fmla="*/ 24133 h 535781"/>
                <a:gd name="connsiteX3" fmla="*/ 248483 w 541657"/>
                <a:gd name="connsiteY3" fmla="*/ 160769 h 535781"/>
                <a:gd name="connsiteX4" fmla="*/ 248483 w 541657"/>
                <a:gd name="connsiteY4" fmla="*/ 160769 h 535781"/>
                <a:gd name="connsiteX5" fmla="*/ 34551 w 541657"/>
                <a:gd name="connsiteY5" fmla="*/ 160769 h 535781"/>
                <a:gd name="connsiteX6" fmla="*/ 34551 w 541657"/>
                <a:gd name="connsiteY6" fmla="*/ 160769 h 535781"/>
                <a:gd name="connsiteX7" fmla="*/ 34551 w 541657"/>
                <a:gd name="connsiteY7" fmla="*/ 24133 h 535781"/>
                <a:gd name="connsiteX8" fmla="*/ 58364 w 541657"/>
                <a:gd name="connsiteY8" fmla="*/ 320 h 535781"/>
                <a:gd name="connsiteX9" fmla="*/ 255960 w 541657"/>
                <a:gd name="connsiteY9" fmla="*/ 267734 h 535781"/>
                <a:gd name="connsiteX10" fmla="*/ 27074 w 541657"/>
                <a:gd name="connsiteY10" fmla="*/ 267734 h 535781"/>
                <a:gd name="connsiteX11" fmla="*/ 5128 w 541657"/>
                <a:gd name="connsiteY11" fmla="*/ 256196 h 535781"/>
                <a:gd name="connsiteX12" fmla="*/ 2095 w 541657"/>
                <a:gd name="connsiteY12" fmla="*/ 231587 h 535781"/>
                <a:gd name="connsiteX13" fmla="*/ 34551 w 541657"/>
                <a:gd name="connsiteY13" fmla="*/ 160769 h 535781"/>
                <a:gd name="connsiteX14" fmla="*/ 248483 w 541657"/>
                <a:gd name="connsiteY14" fmla="*/ 160769 h 535781"/>
                <a:gd name="connsiteX15" fmla="*/ 280987 w 541657"/>
                <a:gd name="connsiteY15" fmla="*/ 231587 h 535781"/>
                <a:gd name="connsiteX16" fmla="*/ 277940 w 541657"/>
                <a:gd name="connsiteY16" fmla="*/ 256215 h 535781"/>
                <a:gd name="connsiteX17" fmla="*/ 255960 w 541657"/>
                <a:gd name="connsiteY17" fmla="*/ 267734 h 535781"/>
                <a:gd name="connsiteX18" fmla="*/ 141517 w 541657"/>
                <a:gd name="connsiteY18" fmla="*/ 267734 h 535781"/>
                <a:gd name="connsiteX19" fmla="*/ 141517 w 541657"/>
                <a:gd name="connsiteY19" fmla="*/ 388059 h 535781"/>
                <a:gd name="connsiteX20" fmla="*/ 6262 w 541657"/>
                <a:gd name="connsiteY20" fmla="*/ 388059 h 535781"/>
                <a:gd name="connsiteX21" fmla="*/ 243911 w 541657"/>
                <a:gd name="connsiteY21" fmla="*/ 388059 h 535781"/>
                <a:gd name="connsiteX22" fmla="*/ 351543 w 541657"/>
                <a:gd name="connsiteY22" fmla="*/ 357508 h 535781"/>
                <a:gd name="connsiteX23" fmla="*/ 506325 w 541657"/>
                <a:gd name="connsiteY23" fmla="*/ 357508 h 535781"/>
                <a:gd name="connsiteX24" fmla="*/ 542043 w 541657"/>
                <a:gd name="connsiteY24" fmla="*/ 393226 h 535781"/>
                <a:gd name="connsiteX25" fmla="*/ 542043 w 541657"/>
                <a:gd name="connsiteY25" fmla="*/ 500383 h 535781"/>
                <a:gd name="connsiteX26" fmla="*/ 506325 w 541657"/>
                <a:gd name="connsiteY26" fmla="*/ 536101 h 535781"/>
                <a:gd name="connsiteX27" fmla="*/ 351543 w 541657"/>
                <a:gd name="connsiteY27" fmla="*/ 536101 h 535781"/>
                <a:gd name="connsiteX28" fmla="*/ 315825 w 541657"/>
                <a:gd name="connsiteY28" fmla="*/ 500383 h 535781"/>
                <a:gd name="connsiteX29" fmla="*/ 315825 w 541657"/>
                <a:gd name="connsiteY29" fmla="*/ 393226 h 535781"/>
                <a:gd name="connsiteX30" fmla="*/ 351543 w 541657"/>
                <a:gd name="connsiteY30" fmla="*/ 357508 h 535781"/>
                <a:gd name="connsiteX31" fmla="*/ 345590 w 541657"/>
                <a:gd name="connsiteY31" fmla="*/ 358008 h 535781"/>
                <a:gd name="connsiteX32" fmla="*/ 345590 w 541657"/>
                <a:gd name="connsiteY32" fmla="*/ 321789 h 535781"/>
                <a:gd name="connsiteX33" fmla="*/ 428934 w 541657"/>
                <a:gd name="connsiteY33" fmla="*/ 238445 h 535781"/>
                <a:gd name="connsiteX34" fmla="*/ 512278 w 541657"/>
                <a:gd name="connsiteY34" fmla="*/ 321789 h 535781"/>
                <a:gd name="connsiteX35" fmla="*/ 512278 w 541657"/>
                <a:gd name="connsiteY35" fmla="*/ 358008 h 535781"/>
                <a:gd name="connsiteX36" fmla="*/ 393215 w 541657"/>
                <a:gd name="connsiteY36" fmla="*/ 446804 h 535781"/>
                <a:gd name="connsiteX37" fmla="*/ 417028 w 541657"/>
                <a:gd name="connsiteY37" fmla="*/ 470617 h 535781"/>
                <a:gd name="connsiteX38" fmla="*/ 464653 w 541657"/>
                <a:gd name="connsiteY38" fmla="*/ 422992 h 535781"/>
                <a:gd name="connsiteX39" fmla="*/ 125087 w 541657"/>
                <a:gd name="connsiteY39" fmla="*/ 214251 h 535781"/>
                <a:gd name="connsiteX40" fmla="*/ 160686 w 541657"/>
                <a:gd name="connsiteY40" fmla="*/ 214251 h 535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41657" h="535781">
                  <a:moveTo>
                    <a:pt x="58364" y="320"/>
                  </a:moveTo>
                  <a:lnTo>
                    <a:pt x="224670" y="320"/>
                  </a:lnTo>
                  <a:cubicBezTo>
                    <a:pt x="237822" y="320"/>
                    <a:pt x="248483" y="10981"/>
                    <a:pt x="248483" y="24133"/>
                  </a:cubicBezTo>
                  <a:lnTo>
                    <a:pt x="248483" y="160769"/>
                  </a:lnTo>
                  <a:lnTo>
                    <a:pt x="248483" y="160769"/>
                  </a:lnTo>
                  <a:lnTo>
                    <a:pt x="34551" y="160769"/>
                  </a:lnTo>
                  <a:lnTo>
                    <a:pt x="34551" y="160769"/>
                  </a:lnTo>
                  <a:lnTo>
                    <a:pt x="34551" y="24133"/>
                  </a:lnTo>
                  <a:cubicBezTo>
                    <a:pt x="34551" y="10981"/>
                    <a:pt x="45213" y="320"/>
                    <a:pt x="58364" y="320"/>
                  </a:cubicBezTo>
                  <a:close/>
                  <a:moveTo>
                    <a:pt x="255960" y="267734"/>
                  </a:moveTo>
                  <a:lnTo>
                    <a:pt x="27074" y="267734"/>
                  </a:lnTo>
                  <a:cubicBezTo>
                    <a:pt x="18310" y="267717"/>
                    <a:pt x="10111" y="263406"/>
                    <a:pt x="5128" y="256196"/>
                  </a:cubicBezTo>
                  <a:cubicBezTo>
                    <a:pt x="145" y="248985"/>
                    <a:pt x="-988" y="239791"/>
                    <a:pt x="2095" y="231587"/>
                  </a:cubicBezTo>
                  <a:lnTo>
                    <a:pt x="34551" y="160769"/>
                  </a:lnTo>
                  <a:lnTo>
                    <a:pt x="248483" y="160769"/>
                  </a:lnTo>
                  <a:lnTo>
                    <a:pt x="280987" y="231587"/>
                  </a:lnTo>
                  <a:cubicBezTo>
                    <a:pt x="284073" y="239799"/>
                    <a:pt x="282934" y="249003"/>
                    <a:pt x="277940" y="256215"/>
                  </a:cubicBezTo>
                  <a:cubicBezTo>
                    <a:pt x="272947" y="263428"/>
                    <a:pt x="264733" y="267733"/>
                    <a:pt x="255960" y="267734"/>
                  </a:cubicBezTo>
                  <a:close/>
                  <a:moveTo>
                    <a:pt x="141517" y="267734"/>
                  </a:moveTo>
                  <a:lnTo>
                    <a:pt x="141517" y="388059"/>
                  </a:lnTo>
                  <a:moveTo>
                    <a:pt x="6262" y="388059"/>
                  </a:moveTo>
                  <a:lnTo>
                    <a:pt x="243911" y="388059"/>
                  </a:lnTo>
                  <a:moveTo>
                    <a:pt x="351543" y="357508"/>
                  </a:moveTo>
                  <a:lnTo>
                    <a:pt x="506325" y="357508"/>
                  </a:lnTo>
                  <a:cubicBezTo>
                    <a:pt x="506325" y="357508"/>
                    <a:pt x="542043" y="357508"/>
                    <a:pt x="542043" y="393226"/>
                  </a:cubicBezTo>
                  <a:lnTo>
                    <a:pt x="542043" y="500383"/>
                  </a:lnTo>
                  <a:cubicBezTo>
                    <a:pt x="542043" y="500383"/>
                    <a:pt x="542043" y="536101"/>
                    <a:pt x="506325" y="536101"/>
                  </a:cubicBezTo>
                  <a:lnTo>
                    <a:pt x="351543" y="536101"/>
                  </a:lnTo>
                  <a:cubicBezTo>
                    <a:pt x="351543" y="536101"/>
                    <a:pt x="315825" y="536101"/>
                    <a:pt x="315825" y="500383"/>
                  </a:cubicBezTo>
                  <a:lnTo>
                    <a:pt x="315825" y="393226"/>
                  </a:lnTo>
                  <a:cubicBezTo>
                    <a:pt x="315825" y="393226"/>
                    <a:pt x="315825" y="357508"/>
                    <a:pt x="351543" y="357508"/>
                  </a:cubicBezTo>
                  <a:moveTo>
                    <a:pt x="345590" y="358008"/>
                  </a:moveTo>
                  <a:lnTo>
                    <a:pt x="345590" y="321789"/>
                  </a:lnTo>
                  <a:cubicBezTo>
                    <a:pt x="345590" y="275759"/>
                    <a:pt x="382905" y="238445"/>
                    <a:pt x="428934" y="238445"/>
                  </a:cubicBezTo>
                  <a:cubicBezTo>
                    <a:pt x="474964" y="238445"/>
                    <a:pt x="512278" y="275759"/>
                    <a:pt x="512278" y="321789"/>
                  </a:cubicBezTo>
                  <a:lnTo>
                    <a:pt x="512278" y="358008"/>
                  </a:lnTo>
                  <a:moveTo>
                    <a:pt x="393215" y="446804"/>
                  </a:moveTo>
                  <a:lnTo>
                    <a:pt x="417028" y="470617"/>
                  </a:lnTo>
                  <a:lnTo>
                    <a:pt x="464653" y="422992"/>
                  </a:lnTo>
                  <a:moveTo>
                    <a:pt x="125087" y="214251"/>
                  </a:moveTo>
                  <a:lnTo>
                    <a:pt x="160686" y="214251"/>
                  </a:lnTo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9525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sz="2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igura a mano libera: forma 69">
              <a:extLst>
                <a:ext uri="{FF2B5EF4-FFF2-40B4-BE49-F238E27FC236}">
                  <a16:creationId xmlns:a16="http://schemas.microsoft.com/office/drawing/2014/main" id="{EDDADFE1-1906-25B5-5C5E-546B9C31F0F6}"/>
                </a:ext>
              </a:extLst>
            </p:cNvPr>
            <p:cNvSpPr/>
            <p:nvPr/>
          </p:nvSpPr>
          <p:spPr>
            <a:xfrm>
              <a:off x="4915983" y="1370409"/>
              <a:ext cx="531232" cy="535781"/>
            </a:xfrm>
            <a:custGeom>
              <a:avLst/>
              <a:gdLst>
                <a:gd name="connsiteX0" fmla="*/ 70786 w 531232"/>
                <a:gd name="connsiteY0" fmla="*/ 123949 h 535781"/>
                <a:gd name="connsiteX1" fmla="*/ 323321 w 531232"/>
                <a:gd name="connsiteY1" fmla="*/ 123949 h 535781"/>
                <a:gd name="connsiteX2" fmla="*/ 250631 w 531232"/>
                <a:gd name="connsiteY2" fmla="*/ 219197 h 535781"/>
                <a:gd name="connsiteX3" fmla="*/ 388744 w 531232"/>
                <a:gd name="connsiteY3" fmla="*/ 38222 h 535781"/>
                <a:gd name="connsiteX4" fmla="*/ 391127 w 531232"/>
                <a:gd name="connsiteY4" fmla="*/ 14410 h 535781"/>
                <a:gd name="connsiteX5" fmla="*/ 369694 w 531232"/>
                <a:gd name="connsiteY5" fmla="*/ 122 h 535781"/>
                <a:gd name="connsiteX6" fmla="*/ 24413 w 531232"/>
                <a:gd name="connsiteY6" fmla="*/ 122 h 535781"/>
                <a:gd name="connsiteX7" fmla="*/ 2982 w 531232"/>
                <a:gd name="connsiteY7" fmla="*/ 14410 h 535781"/>
                <a:gd name="connsiteX8" fmla="*/ 5363 w 531232"/>
                <a:gd name="connsiteY8" fmla="*/ 38222 h 535781"/>
                <a:gd name="connsiteX9" fmla="*/ 143476 w 531232"/>
                <a:gd name="connsiteY9" fmla="*/ 219197 h 535781"/>
                <a:gd name="connsiteX10" fmla="*/ 143476 w 531232"/>
                <a:gd name="connsiteY10" fmla="*/ 388268 h 535781"/>
                <a:gd name="connsiteX11" fmla="*/ 250633 w 531232"/>
                <a:gd name="connsiteY11" fmla="*/ 326356 h 535781"/>
                <a:gd name="connsiteX12" fmla="*/ 250631 w 531232"/>
                <a:gd name="connsiteY12" fmla="*/ 219197 h 535781"/>
                <a:gd name="connsiteX13" fmla="*/ 531619 w 531232"/>
                <a:gd name="connsiteY13" fmla="*/ 440653 h 535781"/>
                <a:gd name="connsiteX14" fmla="*/ 388744 w 531232"/>
                <a:gd name="connsiteY14" fmla="*/ 535903 h 535781"/>
                <a:gd name="connsiteX15" fmla="*/ 245869 w 531232"/>
                <a:gd name="connsiteY15" fmla="*/ 440653 h 535781"/>
                <a:gd name="connsiteX16" fmla="*/ 388744 w 531232"/>
                <a:gd name="connsiteY16" fmla="*/ 345403 h 535781"/>
                <a:gd name="connsiteX17" fmla="*/ 531619 w 531232"/>
                <a:gd name="connsiteY17" fmla="*/ 440653 h 535781"/>
                <a:gd name="connsiteX18" fmla="*/ 388744 w 531232"/>
                <a:gd name="connsiteY18" fmla="*/ 480737 h 535781"/>
                <a:gd name="connsiteX19" fmla="*/ 428827 w 531232"/>
                <a:gd name="connsiteY19" fmla="*/ 440653 h 535781"/>
                <a:gd name="connsiteX20" fmla="*/ 388744 w 531232"/>
                <a:gd name="connsiteY20" fmla="*/ 400570 h 535781"/>
                <a:gd name="connsiteX21" fmla="*/ 348658 w 531232"/>
                <a:gd name="connsiteY21" fmla="*/ 440653 h 535781"/>
                <a:gd name="connsiteX22" fmla="*/ 388744 w 531232"/>
                <a:gd name="connsiteY22" fmla="*/ 480737 h 535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1232" h="535781">
                  <a:moveTo>
                    <a:pt x="70786" y="123949"/>
                  </a:moveTo>
                  <a:lnTo>
                    <a:pt x="323321" y="123949"/>
                  </a:lnTo>
                  <a:moveTo>
                    <a:pt x="250631" y="219197"/>
                  </a:moveTo>
                  <a:lnTo>
                    <a:pt x="388744" y="38222"/>
                  </a:lnTo>
                  <a:cubicBezTo>
                    <a:pt x="393506" y="31078"/>
                    <a:pt x="395890" y="21553"/>
                    <a:pt x="391127" y="14410"/>
                  </a:cubicBezTo>
                  <a:cubicBezTo>
                    <a:pt x="386365" y="7266"/>
                    <a:pt x="379219" y="122"/>
                    <a:pt x="369694" y="122"/>
                  </a:cubicBezTo>
                  <a:lnTo>
                    <a:pt x="24413" y="122"/>
                  </a:lnTo>
                  <a:cubicBezTo>
                    <a:pt x="14888" y="122"/>
                    <a:pt x="7745" y="4885"/>
                    <a:pt x="2982" y="14410"/>
                  </a:cubicBezTo>
                  <a:cubicBezTo>
                    <a:pt x="-1781" y="23935"/>
                    <a:pt x="601" y="31078"/>
                    <a:pt x="5363" y="38222"/>
                  </a:cubicBezTo>
                  <a:lnTo>
                    <a:pt x="143476" y="219197"/>
                  </a:lnTo>
                  <a:lnTo>
                    <a:pt x="143476" y="388268"/>
                  </a:lnTo>
                  <a:lnTo>
                    <a:pt x="250633" y="326356"/>
                  </a:lnTo>
                  <a:lnTo>
                    <a:pt x="250631" y="219197"/>
                  </a:lnTo>
                  <a:close/>
                  <a:moveTo>
                    <a:pt x="531619" y="440653"/>
                  </a:moveTo>
                  <a:cubicBezTo>
                    <a:pt x="531619" y="440653"/>
                    <a:pt x="483994" y="535903"/>
                    <a:pt x="388744" y="535903"/>
                  </a:cubicBezTo>
                  <a:cubicBezTo>
                    <a:pt x="293494" y="535903"/>
                    <a:pt x="245869" y="440653"/>
                    <a:pt x="245869" y="440653"/>
                  </a:cubicBezTo>
                  <a:cubicBezTo>
                    <a:pt x="245869" y="440653"/>
                    <a:pt x="293494" y="345403"/>
                    <a:pt x="388744" y="345403"/>
                  </a:cubicBezTo>
                  <a:cubicBezTo>
                    <a:pt x="483994" y="345403"/>
                    <a:pt x="531619" y="440653"/>
                    <a:pt x="531619" y="440653"/>
                  </a:cubicBezTo>
                  <a:close/>
                  <a:moveTo>
                    <a:pt x="388744" y="480737"/>
                  </a:moveTo>
                  <a:cubicBezTo>
                    <a:pt x="410882" y="480737"/>
                    <a:pt x="428827" y="462792"/>
                    <a:pt x="428827" y="440653"/>
                  </a:cubicBezTo>
                  <a:cubicBezTo>
                    <a:pt x="428827" y="418515"/>
                    <a:pt x="410882" y="400570"/>
                    <a:pt x="388744" y="400570"/>
                  </a:cubicBezTo>
                  <a:cubicBezTo>
                    <a:pt x="366605" y="400570"/>
                    <a:pt x="348658" y="418515"/>
                    <a:pt x="348658" y="440653"/>
                  </a:cubicBezTo>
                  <a:cubicBezTo>
                    <a:pt x="348658" y="462792"/>
                    <a:pt x="366605" y="480737"/>
                    <a:pt x="388744" y="480737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sz="2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igura a mano libera: forma 70">
              <a:extLst>
                <a:ext uri="{FF2B5EF4-FFF2-40B4-BE49-F238E27FC236}">
                  <a16:creationId xmlns:a16="http://schemas.microsoft.com/office/drawing/2014/main" id="{C7579790-8359-053C-3A5A-EE54543A363F}"/>
                </a:ext>
              </a:extLst>
            </p:cNvPr>
            <p:cNvSpPr/>
            <p:nvPr/>
          </p:nvSpPr>
          <p:spPr>
            <a:xfrm>
              <a:off x="6631805" y="4192333"/>
              <a:ext cx="528608" cy="492637"/>
            </a:xfrm>
            <a:custGeom>
              <a:avLst/>
              <a:gdLst>
                <a:gd name="connsiteX0" fmla="*/ 269540 w 528608"/>
                <a:gd name="connsiteY0" fmla="*/ 335270 h 492637"/>
                <a:gd name="connsiteX1" fmla="*/ 260208 w 528608"/>
                <a:gd name="connsiteY1" fmla="*/ 335270 h 492637"/>
                <a:gd name="connsiteX2" fmla="*/ 180680 w 528608"/>
                <a:gd name="connsiteY2" fmla="*/ 219434 h 492637"/>
                <a:gd name="connsiteX3" fmla="*/ 180680 w 528608"/>
                <a:gd name="connsiteY3" fmla="*/ 181615 h 492637"/>
                <a:gd name="connsiteX4" fmla="*/ 193639 w 528608"/>
                <a:gd name="connsiteY4" fmla="*/ 168656 h 492637"/>
                <a:gd name="connsiteX5" fmla="*/ 336110 w 528608"/>
                <a:gd name="connsiteY5" fmla="*/ 168656 h 492637"/>
                <a:gd name="connsiteX6" fmla="*/ 349069 w 528608"/>
                <a:gd name="connsiteY6" fmla="*/ 181615 h 492637"/>
                <a:gd name="connsiteX7" fmla="*/ 349069 w 528608"/>
                <a:gd name="connsiteY7" fmla="*/ 219434 h 492637"/>
                <a:gd name="connsiteX8" fmla="*/ 269540 w 528608"/>
                <a:gd name="connsiteY8" fmla="*/ 335232 h 492637"/>
                <a:gd name="connsiteX9" fmla="*/ 269540 w 528608"/>
                <a:gd name="connsiteY9" fmla="*/ 335270 h 492637"/>
                <a:gd name="connsiteX10" fmla="*/ 87529 w 528608"/>
                <a:gd name="connsiteY10" fmla="*/ 237970 h 492637"/>
                <a:gd name="connsiteX11" fmla="*/ 264885 w 528608"/>
                <a:gd name="connsiteY11" fmla="*/ 415349 h 492637"/>
                <a:gd name="connsiteX12" fmla="*/ 442240 w 528608"/>
                <a:gd name="connsiteY12" fmla="*/ 237970 h 492637"/>
                <a:gd name="connsiteX13" fmla="*/ 264885 w 528608"/>
                <a:gd name="connsiteY13" fmla="*/ 60590 h 492637"/>
                <a:gd name="connsiteX14" fmla="*/ 87529 w 528608"/>
                <a:gd name="connsiteY14" fmla="*/ 237970 h 492637"/>
                <a:gd name="connsiteX15" fmla="*/ 458290 w 528608"/>
                <a:gd name="connsiteY15" fmla="*/ 35849 h 492637"/>
                <a:gd name="connsiteX16" fmla="*/ 493723 w 528608"/>
                <a:gd name="connsiteY16" fmla="*/ 71282 h 492637"/>
                <a:gd name="connsiteX17" fmla="*/ 529156 w 528608"/>
                <a:gd name="connsiteY17" fmla="*/ 35849 h 492637"/>
                <a:gd name="connsiteX18" fmla="*/ 493723 w 528608"/>
                <a:gd name="connsiteY18" fmla="*/ 416 h 492637"/>
                <a:gd name="connsiteX19" fmla="*/ 458290 w 528608"/>
                <a:gd name="connsiteY19" fmla="*/ 35849 h 492637"/>
                <a:gd name="connsiteX20" fmla="*/ 71432 w 528608"/>
                <a:gd name="connsiteY20" fmla="*/ 35849 h 492637"/>
                <a:gd name="connsiteX21" fmla="*/ 35999 w 528608"/>
                <a:gd name="connsiteY21" fmla="*/ 71282 h 492637"/>
                <a:gd name="connsiteX22" fmla="*/ 566 w 528608"/>
                <a:gd name="connsiteY22" fmla="*/ 35849 h 492637"/>
                <a:gd name="connsiteX23" fmla="*/ 35999 w 528608"/>
                <a:gd name="connsiteY23" fmla="*/ 416 h 492637"/>
                <a:gd name="connsiteX24" fmla="*/ 71432 w 528608"/>
                <a:gd name="connsiteY24" fmla="*/ 35849 h 492637"/>
                <a:gd name="connsiteX25" fmla="*/ 172588 w 528608"/>
                <a:gd name="connsiteY25" fmla="*/ 389608 h 492637"/>
                <a:gd name="connsiteX26" fmla="*/ 136458 w 528608"/>
                <a:gd name="connsiteY26" fmla="*/ 440704 h 492637"/>
                <a:gd name="connsiteX27" fmla="*/ 1063 w 528608"/>
                <a:gd name="connsiteY27" fmla="*/ 440702 h 492637"/>
                <a:gd name="connsiteX28" fmla="*/ 364576 w 528608"/>
                <a:gd name="connsiteY28" fmla="*/ 385514 h 492637"/>
                <a:gd name="connsiteX29" fmla="*/ 403402 w 528608"/>
                <a:gd name="connsiteY29" fmla="*/ 440702 h 492637"/>
                <a:gd name="connsiteX30" fmla="*/ 529175 w 528608"/>
                <a:gd name="connsiteY30" fmla="*/ 440704 h 492637"/>
                <a:gd name="connsiteX31" fmla="*/ 171843 w 528608"/>
                <a:gd name="connsiteY31" fmla="*/ 86370 h 492637"/>
                <a:gd name="connsiteX32" fmla="*/ 136438 w 528608"/>
                <a:gd name="connsiteY32" fmla="*/ 35838 h 492637"/>
                <a:gd name="connsiteX33" fmla="*/ 71399 w 528608"/>
                <a:gd name="connsiteY33" fmla="*/ 35838 h 492637"/>
                <a:gd name="connsiteX34" fmla="*/ 357877 w 528608"/>
                <a:gd name="connsiteY34" fmla="*/ 86742 h 492637"/>
                <a:gd name="connsiteX35" fmla="*/ 393260 w 528608"/>
                <a:gd name="connsiteY35" fmla="*/ 35838 h 492637"/>
                <a:gd name="connsiteX36" fmla="*/ 458299 w 528608"/>
                <a:gd name="connsiteY36" fmla="*/ 35838 h 492637"/>
                <a:gd name="connsiteX37" fmla="*/ 476802 w 528608"/>
                <a:gd name="connsiteY37" fmla="*/ 388353 h 492637"/>
                <a:gd name="connsiteX38" fmla="*/ 529154 w 528608"/>
                <a:gd name="connsiteY38" fmla="*/ 440704 h 492637"/>
                <a:gd name="connsiteX39" fmla="*/ 476802 w 528608"/>
                <a:gd name="connsiteY39" fmla="*/ 493054 h 492637"/>
                <a:gd name="connsiteX40" fmla="*/ 52920 w 528608"/>
                <a:gd name="connsiteY40" fmla="*/ 493054 h 492637"/>
                <a:gd name="connsiteX41" fmla="*/ 569 w 528608"/>
                <a:gd name="connsiteY41" fmla="*/ 440704 h 492637"/>
                <a:gd name="connsiteX42" fmla="*/ 52920 w 528608"/>
                <a:gd name="connsiteY42" fmla="*/ 388353 h 492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28608" h="492637">
                  <a:moveTo>
                    <a:pt x="269540" y="335270"/>
                  </a:moveTo>
                  <a:cubicBezTo>
                    <a:pt x="266556" y="336441"/>
                    <a:pt x="263232" y="336441"/>
                    <a:pt x="260208" y="335270"/>
                  </a:cubicBezTo>
                  <a:cubicBezTo>
                    <a:pt x="212341" y="316796"/>
                    <a:pt x="180756" y="270778"/>
                    <a:pt x="180680" y="219434"/>
                  </a:cubicBezTo>
                  <a:lnTo>
                    <a:pt x="180680" y="181615"/>
                  </a:lnTo>
                  <a:cubicBezTo>
                    <a:pt x="180680" y="174474"/>
                    <a:pt x="186498" y="168656"/>
                    <a:pt x="193639" y="168656"/>
                  </a:cubicBezTo>
                  <a:lnTo>
                    <a:pt x="336110" y="168656"/>
                  </a:lnTo>
                  <a:cubicBezTo>
                    <a:pt x="343252" y="168656"/>
                    <a:pt x="349069" y="174474"/>
                    <a:pt x="349069" y="181615"/>
                  </a:cubicBezTo>
                  <a:lnTo>
                    <a:pt x="349069" y="219434"/>
                  </a:lnTo>
                  <a:cubicBezTo>
                    <a:pt x="349033" y="270740"/>
                    <a:pt x="317410" y="316758"/>
                    <a:pt x="269540" y="335232"/>
                  </a:cubicBezTo>
                  <a:lnTo>
                    <a:pt x="269540" y="335270"/>
                  </a:lnTo>
                  <a:close/>
                  <a:moveTo>
                    <a:pt x="87529" y="237970"/>
                  </a:moveTo>
                  <a:cubicBezTo>
                    <a:pt x="87516" y="335930"/>
                    <a:pt x="166924" y="415349"/>
                    <a:pt x="264885" y="415349"/>
                  </a:cubicBezTo>
                  <a:cubicBezTo>
                    <a:pt x="362845" y="415349"/>
                    <a:pt x="442254" y="335930"/>
                    <a:pt x="442240" y="237970"/>
                  </a:cubicBezTo>
                  <a:cubicBezTo>
                    <a:pt x="442254" y="140009"/>
                    <a:pt x="362845" y="60590"/>
                    <a:pt x="264885" y="60590"/>
                  </a:cubicBezTo>
                  <a:cubicBezTo>
                    <a:pt x="166924" y="60590"/>
                    <a:pt x="87516" y="140009"/>
                    <a:pt x="87529" y="237970"/>
                  </a:cubicBezTo>
                  <a:moveTo>
                    <a:pt x="458290" y="35849"/>
                  </a:moveTo>
                  <a:cubicBezTo>
                    <a:pt x="458290" y="55418"/>
                    <a:pt x="474154" y="71282"/>
                    <a:pt x="493723" y="71282"/>
                  </a:cubicBezTo>
                  <a:cubicBezTo>
                    <a:pt x="513292" y="71282"/>
                    <a:pt x="529156" y="55418"/>
                    <a:pt x="529156" y="35849"/>
                  </a:cubicBezTo>
                  <a:cubicBezTo>
                    <a:pt x="529156" y="16280"/>
                    <a:pt x="513292" y="416"/>
                    <a:pt x="493723" y="416"/>
                  </a:cubicBezTo>
                  <a:cubicBezTo>
                    <a:pt x="474154" y="416"/>
                    <a:pt x="458290" y="16280"/>
                    <a:pt x="458290" y="35849"/>
                  </a:cubicBezTo>
                  <a:moveTo>
                    <a:pt x="71432" y="35849"/>
                  </a:moveTo>
                  <a:cubicBezTo>
                    <a:pt x="71432" y="55418"/>
                    <a:pt x="55568" y="71282"/>
                    <a:pt x="35999" y="71282"/>
                  </a:cubicBezTo>
                  <a:cubicBezTo>
                    <a:pt x="16430" y="71282"/>
                    <a:pt x="566" y="55418"/>
                    <a:pt x="566" y="35849"/>
                  </a:cubicBezTo>
                  <a:cubicBezTo>
                    <a:pt x="566" y="16280"/>
                    <a:pt x="16430" y="416"/>
                    <a:pt x="35999" y="416"/>
                  </a:cubicBezTo>
                  <a:cubicBezTo>
                    <a:pt x="55568" y="416"/>
                    <a:pt x="71432" y="16280"/>
                    <a:pt x="71432" y="35849"/>
                  </a:cubicBezTo>
                  <a:moveTo>
                    <a:pt x="172588" y="389608"/>
                  </a:moveTo>
                  <a:lnTo>
                    <a:pt x="136458" y="440704"/>
                  </a:lnTo>
                  <a:lnTo>
                    <a:pt x="1063" y="440702"/>
                  </a:lnTo>
                  <a:moveTo>
                    <a:pt x="364576" y="385514"/>
                  </a:moveTo>
                  <a:lnTo>
                    <a:pt x="403402" y="440702"/>
                  </a:lnTo>
                  <a:lnTo>
                    <a:pt x="529175" y="440704"/>
                  </a:lnTo>
                  <a:moveTo>
                    <a:pt x="171843" y="86370"/>
                  </a:moveTo>
                  <a:lnTo>
                    <a:pt x="136438" y="35838"/>
                  </a:lnTo>
                  <a:lnTo>
                    <a:pt x="71399" y="35838"/>
                  </a:lnTo>
                  <a:moveTo>
                    <a:pt x="357877" y="86742"/>
                  </a:moveTo>
                  <a:lnTo>
                    <a:pt x="393260" y="35838"/>
                  </a:lnTo>
                  <a:lnTo>
                    <a:pt x="458299" y="35838"/>
                  </a:lnTo>
                  <a:moveTo>
                    <a:pt x="476802" y="388353"/>
                  </a:moveTo>
                  <a:lnTo>
                    <a:pt x="529154" y="440704"/>
                  </a:lnTo>
                  <a:lnTo>
                    <a:pt x="476802" y="493054"/>
                  </a:lnTo>
                  <a:moveTo>
                    <a:pt x="52920" y="493054"/>
                  </a:moveTo>
                  <a:lnTo>
                    <a:pt x="569" y="440704"/>
                  </a:lnTo>
                  <a:lnTo>
                    <a:pt x="52920" y="388353"/>
                  </a:lnTo>
                </a:path>
              </a:pathLst>
            </a:custGeom>
            <a:solidFill>
              <a:schemeClr val="tx2">
                <a:lumMod val="90000"/>
                <a:lumOff val="10000"/>
              </a:schemeClr>
            </a:solidFill>
            <a:ln w="9525" cap="flat">
              <a:solidFill>
                <a:srgbClr val="48484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2" name="Figura a mano libera: forma 71">
            <a:extLst>
              <a:ext uri="{FF2B5EF4-FFF2-40B4-BE49-F238E27FC236}">
                <a16:creationId xmlns:a16="http://schemas.microsoft.com/office/drawing/2014/main" id="{3471BA07-28AB-7F8C-EE86-F8133C1C3EA6}"/>
              </a:ext>
            </a:extLst>
          </p:cNvPr>
          <p:cNvSpPr/>
          <p:nvPr/>
        </p:nvSpPr>
        <p:spPr>
          <a:xfrm>
            <a:off x="1352550" y="6448537"/>
            <a:ext cx="1025102" cy="114334"/>
          </a:xfrm>
          <a:custGeom>
            <a:avLst/>
            <a:gdLst>
              <a:gd name="connsiteX0" fmla="*/ 583741 w 1025102"/>
              <a:gd name="connsiteY0" fmla="*/ 112539 h 114334"/>
              <a:gd name="connsiteX1" fmla="*/ 587832 w 1025102"/>
              <a:gd name="connsiteY1" fmla="*/ 114883 h 114334"/>
              <a:gd name="connsiteX2" fmla="*/ 589303 w 1025102"/>
              <a:gd name="connsiteY2" fmla="*/ 114035 h 114334"/>
              <a:gd name="connsiteX3" fmla="*/ 638862 w 1025102"/>
              <a:gd name="connsiteY3" fmla="*/ 65067 h 114334"/>
              <a:gd name="connsiteX4" fmla="*/ 579969 w 1025102"/>
              <a:gd name="connsiteY4" fmla="*/ 98623 h 114334"/>
              <a:gd name="connsiteX5" fmla="*/ 583741 w 1025102"/>
              <a:gd name="connsiteY5" fmla="*/ 112539 h 114334"/>
              <a:gd name="connsiteX6" fmla="*/ 562633 w 1025102"/>
              <a:gd name="connsiteY6" fmla="*/ 1097 h 114334"/>
              <a:gd name="connsiteX7" fmla="*/ 558091 w 1025102"/>
              <a:gd name="connsiteY7" fmla="*/ 2362 h 114334"/>
              <a:gd name="connsiteX8" fmla="*/ 557661 w 1025102"/>
              <a:gd name="connsiteY8" fmla="*/ 4002 h 114334"/>
              <a:gd name="connsiteX9" fmla="*/ 557661 w 1025102"/>
              <a:gd name="connsiteY9" fmla="*/ 33634 h 114334"/>
              <a:gd name="connsiteX10" fmla="*/ 588865 w 1025102"/>
              <a:gd name="connsiteY10" fmla="*/ 15842 h 114334"/>
              <a:gd name="connsiteX11" fmla="*/ 562633 w 1025102"/>
              <a:gd name="connsiteY11" fmla="*/ 1097 h 114334"/>
              <a:gd name="connsiteX12" fmla="*/ 598142 w 1025102"/>
              <a:gd name="connsiteY12" fmla="*/ 21147 h 114334"/>
              <a:gd name="connsiteX13" fmla="*/ 557661 w 1025102"/>
              <a:gd name="connsiteY13" fmla="*/ 44207 h 114334"/>
              <a:gd name="connsiteX14" fmla="*/ 557661 w 1025102"/>
              <a:gd name="connsiteY14" fmla="*/ 67496 h 114334"/>
              <a:gd name="connsiteX15" fmla="*/ 618535 w 1025102"/>
              <a:gd name="connsiteY15" fmla="*/ 32787 h 114334"/>
              <a:gd name="connsiteX16" fmla="*/ 598142 w 1025102"/>
              <a:gd name="connsiteY16" fmla="*/ 21147 h 114334"/>
              <a:gd name="connsiteX17" fmla="*/ 642986 w 1025102"/>
              <a:gd name="connsiteY17" fmla="*/ 52608 h 114334"/>
              <a:gd name="connsiteX18" fmla="*/ 644243 w 1025102"/>
              <a:gd name="connsiteY18" fmla="*/ 48064 h 114334"/>
              <a:gd name="connsiteX19" fmla="*/ 642986 w 1025102"/>
              <a:gd name="connsiteY19" fmla="*/ 46807 h 114334"/>
              <a:gd name="connsiteX20" fmla="*/ 627822 w 1025102"/>
              <a:gd name="connsiteY20" fmla="*/ 38235 h 114334"/>
              <a:gd name="connsiteX21" fmla="*/ 557671 w 1025102"/>
              <a:gd name="connsiteY21" fmla="*/ 78230 h 114334"/>
              <a:gd name="connsiteX22" fmla="*/ 557671 w 1025102"/>
              <a:gd name="connsiteY22" fmla="*/ 95204 h 114334"/>
              <a:gd name="connsiteX23" fmla="*/ 560997 w 1025102"/>
              <a:gd name="connsiteY23" fmla="*/ 98545 h 114334"/>
              <a:gd name="connsiteX24" fmla="*/ 562652 w 1025102"/>
              <a:gd name="connsiteY24" fmla="*/ 98109 h 114334"/>
              <a:gd name="connsiteX25" fmla="*/ 642996 w 1025102"/>
              <a:gd name="connsiteY25" fmla="*/ 52608 h 114334"/>
              <a:gd name="connsiteX26" fmla="*/ 386183 w 1025102"/>
              <a:gd name="connsiteY26" fmla="*/ 14965 h 114334"/>
              <a:gd name="connsiteX27" fmla="*/ 393726 w 1025102"/>
              <a:gd name="connsiteY27" fmla="*/ 7507 h 114334"/>
              <a:gd name="connsiteX28" fmla="*/ 401270 w 1025102"/>
              <a:gd name="connsiteY28" fmla="*/ 14965 h 114334"/>
              <a:gd name="connsiteX29" fmla="*/ 393726 w 1025102"/>
              <a:gd name="connsiteY29" fmla="*/ 22423 h 114334"/>
              <a:gd name="connsiteX30" fmla="*/ 386183 w 1025102"/>
              <a:gd name="connsiteY30" fmla="*/ 14965 h 114334"/>
              <a:gd name="connsiteX31" fmla="*/ 949786 w 1025102"/>
              <a:gd name="connsiteY31" fmla="*/ 14965 h 114334"/>
              <a:gd name="connsiteX32" fmla="*/ 957330 w 1025102"/>
              <a:gd name="connsiteY32" fmla="*/ 7507 h 114334"/>
              <a:gd name="connsiteX33" fmla="*/ 964874 w 1025102"/>
              <a:gd name="connsiteY33" fmla="*/ 14965 h 114334"/>
              <a:gd name="connsiteX34" fmla="*/ 957330 w 1025102"/>
              <a:gd name="connsiteY34" fmla="*/ 22423 h 114334"/>
              <a:gd name="connsiteX35" fmla="*/ 949786 w 1025102"/>
              <a:gd name="connsiteY35" fmla="*/ 14965 h 114334"/>
              <a:gd name="connsiteX36" fmla="*/ 131103 w 1025102"/>
              <a:gd name="connsiteY36" fmla="*/ 87698 h 114334"/>
              <a:gd name="connsiteX37" fmla="*/ 119006 w 1025102"/>
              <a:gd name="connsiteY37" fmla="*/ 87698 h 114334"/>
              <a:gd name="connsiteX38" fmla="*/ 119006 w 1025102"/>
              <a:gd name="connsiteY38" fmla="*/ 83060 h 114334"/>
              <a:gd name="connsiteX39" fmla="*/ 101090 w 1025102"/>
              <a:gd name="connsiteY39" fmla="*/ 88860 h 114334"/>
              <a:gd name="connsiteX40" fmla="*/ 80735 w 1025102"/>
              <a:gd name="connsiteY40" fmla="*/ 69067 h 114334"/>
              <a:gd name="connsiteX41" fmla="*/ 98337 w 1025102"/>
              <a:gd name="connsiteY41" fmla="*/ 52618 h 114334"/>
              <a:gd name="connsiteX42" fmla="*/ 119006 w 1025102"/>
              <a:gd name="connsiteY42" fmla="*/ 49332 h 114334"/>
              <a:gd name="connsiteX43" fmla="*/ 108872 w 1025102"/>
              <a:gd name="connsiteY43" fmla="*/ 39749 h 114334"/>
              <a:gd name="connsiteX44" fmla="*/ 93908 w 1025102"/>
              <a:gd name="connsiteY44" fmla="*/ 49436 h 114334"/>
              <a:gd name="connsiteX45" fmla="*/ 83202 w 1025102"/>
              <a:gd name="connsiteY45" fmla="*/ 43674 h 114334"/>
              <a:gd name="connsiteX46" fmla="*/ 131103 w 1025102"/>
              <a:gd name="connsiteY46" fmla="*/ 47617 h 114334"/>
              <a:gd name="connsiteX47" fmla="*/ 131103 w 1025102"/>
              <a:gd name="connsiteY47" fmla="*/ 87689 h 114334"/>
              <a:gd name="connsiteX48" fmla="*/ 119006 w 1025102"/>
              <a:gd name="connsiteY48" fmla="*/ 60457 h 114334"/>
              <a:gd name="connsiteX49" fmla="*/ 111205 w 1025102"/>
              <a:gd name="connsiteY49" fmla="*/ 75601 h 114334"/>
              <a:gd name="connsiteX50" fmla="*/ 93079 w 1025102"/>
              <a:gd name="connsiteY50" fmla="*/ 71839 h 114334"/>
              <a:gd name="connsiteX51" fmla="*/ 101709 w 1025102"/>
              <a:gd name="connsiteY51" fmla="*/ 63286 h 114334"/>
              <a:gd name="connsiteX52" fmla="*/ 119006 w 1025102"/>
              <a:gd name="connsiteY52" fmla="*/ 60457 h 114334"/>
              <a:gd name="connsiteX53" fmla="*/ 811112 w 1025102"/>
              <a:gd name="connsiteY53" fmla="*/ 87698 h 114334"/>
              <a:gd name="connsiteX54" fmla="*/ 799015 w 1025102"/>
              <a:gd name="connsiteY54" fmla="*/ 87698 h 114334"/>
              <a:gd name="connsiteX55" fmla="*/ 799015 w 1025102"/>
              <a:gd name="connsiteY55" fmla="*/ 83060 h 114334"/>
              <a:gd name="connsiteX56" fmla="*/ 781099 w 1025102"/>
              <a:gd name="connsiteY56" fmla="*/ 88860 h 114334"/>
              <a:gd name="connsiteX57" fmla="*/ 760744 w 1025102"/>
              <a:gd name="connsiteY57" fmla="*/ 69067 h 114334"/>
              <a:gd name="connsiteX58" fmla="*/ 778346 w 1025102"/>
              <a:gd name="connsiteY58" fmla="*/ 52618 h 114334"/>
              <a:gd name="connsiteX59" fmla="*/ 799015 w 1025102"/>
              <a:gd name="connsiteY59" fmla="*/ 49332 h 114334"/>
              <a:gd name="connsiteX60" fmla="*/ 788881 w 1025102"/>
              <a:gd name="connsiteY60" fmla="*/ 39749 h 114334"/>
              <a:gd name="connsiteX61" fmla="*/ 773917 w 1025102"/>
              <a:gd name="connsiteY61" fmla="*/ 49436 h 114334"/>
              <a:gd name="connsiteX62" fmla="*/ 763211 w 1025102"/>
              <a:gd name="connsiteY62" fmla="*/ 43674 h 114334"/>
              <a:gd name="connsiteX63" fmla="*/ 811112 w 1025102"/>
              <a:gd name="connsiteY63" fmla="*/ 47617 h 114334"/>
              <a:gd name="connsiteX64" fmla="*/ 811112 w 1025102"/>
              <a:gd name="connsiteY64" fmla="*/ 87689 h 114334"/>
              <a:gd name="connsiteX65" fmla="*/ 799015 w 1025102"/>
              <a:gd name="connsiteY65" fmla="*/ 60457 h 114334"/>
              <a:gd name="connsiteX66" fmla="*/ 791205 w 1025102"/>
              <a:gd name="connsiteY66" fmla="*/ 75601 h 114334"/>
              <a:gd name="connsiteX67" fmla="*/ 773079 w 1025102"/>
              <a:gd name="connsiteY67" fmla="*/ 71839 h 114334"/>
              <a:gd name="connsiteX68" fmla="*/ 781708 w 1025102"/>
              <a:gd name="connsiteY68" fmla="*/ 63286 h 114334"/>
              <a:gd name="connsiteX69" fmla="*/ 799006 w 1025102"/>
              <a:gd name="connsiteY69" fmla="*/ 60457 h 114334"/>
              <a:gd name="connsiteX70" fmla="*/ 905809 w 1025102"/>
              <a:gd name="connsiteY70" fmla="*/ 87698 h 114334"/>
              <a:gd name="connsiteX71" fmla="*/ 893941 w 1025102"/>
              <a:gd name="connsiteY71" fmla="*/ 87698 h 114334"/>
              <a:gd name="connsiteX72" fmla="*/ 893941 w 1025102"/>
              <a:gd name="connsiteY72" fmla="*/ 7212 h 114334"/>
              <a:gd name="connsiteX73" fmla="*/ 905809 w 1025102"/>
              <a:gd name="connsiteY73" fmla="*/ 7212 h 114334"/>
              <a:gd name="connsiteX74" fmla="*/ 905809 w 1025102"/>
              <a:gd name="connsiteY74" fmla="*/ 53837 h 114334"/>
              <a:gd name="connsiteX75" fmla="*/ 931336 w 1025102"/>
              <a:gd name="connsiteY75" fmla="*/ 29462 h 114334"/>
              <a:gd name="connsiteX76" fmla="*/ 947891 w 1025102"/>
              <a:gd name="connsiteY76" fmla="*/ 29462 h 114334"/>
              <a:gd name="connsiteX77" fmla="*/ 922812 w 1025102"/>
              <a:gd name="connsiteY77" fmla="*/ 53608 h 114334"/>
              <a:gd name="connsiteX78" fmla="*/ 948672 w 1025102"/>
              <a:gd name="connsiteY78" fmla="*/ 87689 h 114334"/>
              <a:gd name="connsiteX79" fmla="*/ 933851 w 1025102"/>
              <a:gd name="connsiteY79" fmla="*/ 87689 h 114334"/>
              <a:gd name="connsiteX80" fmla="*/ 914068 w 1025102"/>
              <a:gd name="connsiteY80" fmla="*/ 61905 h 114334"/>
              <a:gd name="connsiteX81" fmla="*/ 905809 w 1025102"/>
              <a:gd name="connsiteY81" fmla="*/ 69944 h 114334"/>
              <a:gd name="connsiteX82" fmla="*/ 905809 w 1025102"/>
              <a:gd name="connsiteY82" fmla="*/ 87689 h 114334"/>
              <a:gd name="connsiteX83" fmla="*/ 963464 w 1025102"/>
              <a:gd name="connsiteY83" fmla="*/ 29462 h 114334"/>
              <a:gd name="connsiteX84" fmla="*/ 951510 w 1025102"/>
              <a:gd name="connsiteY84" fmla="*/ 29462 h 114334"/>
              <a:gd name="connsiteX85" fmla="*/ 951510 w 1025102"/>
              <a:gd name="connsiteY85" fmla="*/ 87689 h 114334"/>
              <a:gd name="connsiteX86" fmla="*/ 963464 w 1025102"/>
              <a:gd name="connsiteY86" fmla="*/ 87689 h 114334"/>
              <a:gd name="connsiteX87" fmla="*/ 963464 w 1025102"/>
              <a:gd name="connsiteY87" fmla="*/ 29462 h 114334"/>
              <a:gd name="connsiteX88" fmla="*/ 399584 w 1025102"/>
              <a:gd name="connsiteY88" fmla="*/ 29462 h 114334"/>
              <a:gd name="connsiteX89" fmla="*/ 387630 w 1025102"/>
              <a:gd name="connsiteY89" fmla="*/ 29462 h 114334"/>
              <a:gd name="connsiteX90" fmla="*/ 387630 w 1025102"/>
              <a:gd name="connsiteY90" fmla="*/ 87689 h 114334"/>
              <a:gd name="connsiteX91" fmla="*/ 399584 w 1025102"/>
              <a:gd name="connsiteY91" fmla="*/ 87689 h 114334"/>
              <a:gd name="connsiteX92" fmla="*/ 399584 w 1025102"/>
              <a:gd name="connsiteY92" fmla="*/ 29462 h 114334"/>
              <a:gd name="connsiteX93" fmla="*/ 452772 w 1025102"/>
              <a:gd name="connsiteY93" fmla="*/ 87689 h 114334"/>
              <a:gd name="connsiteX94" fmla="*/ 452772 w 1025102"/>
              <a:gd name="connsiteY94" fmla="*/ 7193 h 114334"/>
              <a:gd name="connsiteX95" fmla="*/ 464726 w 1025102"/>
              <a:gd name="connsiteY95" fmla="*/ 7193 h 114334"/>
              <a:gd name="connsiteX96" fmla="*/ 464726 w 1025102"/>
              <a:gd name="connsiteY96" fmla="*/ 32863 h 114334"/>
              <a:gd name="connsiteX97" fmla="*/ 478727 w 1025102"/>
              <a:gd name="connsiteY97" fmla="*/ 28243 h 114334"/>
              <a:gd name="connsiteX98" fmla="*/ 502130 w 1025102"/>
              <a:gd name="connsiteY98" fmla="*/ 51560 h 114334"/>
              <a:gd name="connsiteX99" fmla="*/ 502130 w 1025102"/>
              <a:gd name="connsiteY99" fmla="*/ 87679 h 114334"/>
              <a:gd name="connsiteX100" fmla="*/ 490034 w 1025102"/>
              <a:gd name="connsiteY100" fmla="*/ 87679 h 114334"/>
              <a:gd name="connsiteX101" fmla="*/ 490034 w 1025102"/>
              <a:gd name="connsiteY101" fmla="*/ 52627 h 114334"/>
              <a:gd name="connsiteX102" fmla="*/ 477508 w 1025102"/>
              <a:gd name="connsiteY102" fmla="*/ 39873 h 114334"/>
              <a:gd name="connsiteX103" fmla="*/ 464726 w 1025102"/>
              <a:gd name="connsiteY103" fmla="*/ 52627 h 114334"/>
              <a:gd name="connsiteX104" fmla="*/ 464726 w 1025102"/>
              <a:gd name="connsiteY104" fmla="*/ 87689 h 114334"/>
              <a:gd name="connsiteX105" fmla="*/ 452772 w 1025102"/>
              <a:gd name="connsiteY105" fmla="*/ 87689 h 114334"/>
              <a:gd name="connsiteX106" fmla="*/ 407433 w 1025102"/>
              <a:gd name="connsiteY106" fmla="*/ 41073 h 114334"/>
              <a:gd name="connsiteX107" fmla="*/ 407433 w 1025102"/>
              <a:gd name="connsiteY107" fmla="*/ 29500 h 114334"/>
              <a:gd name="connsiteX108" fmla="*/ 413348 w 1025102"/>
              <a:gd name="connsiteY108" fmla="*/ 29500 h 114334"/>
              <a:gd name="connsiteX109" fmla="*/ 417634 w 1025102"/>
              <a:gd name="connsiteY109" fmla="*/ 25214 h 114334"/>
              <a:gd name="connsiteX110" fmla="*/ 417634 w 1025102"/>
              <a:gd name="connsiteY110" fmla="*/ 17070 h 114334"/>
              <a:gd name="connsiteX111" fmla="*/ 429550 w 1025102"/>
              <a:gd name="connsiteY111" fmla="*/ 17070 h 114334"/>
              <a:gd name="connsiteX112" fmla="*/ 429550 w 1025102"/>
              <a:gd name="connsiteY112" fmla="*/ 29500 h 114334"/>
              <a:gd name="connsiteX113" fmla="*/ 442018 w 1025102"/>
              <a:gd name="connsiteY113" fmla="*/ 29500 h 114334"/>
              <a:gd name="connsiteX114" fmla="*/ 442018 w 1025102"/>
              <a:gd name="connsiteY114" fmla="*/ 41073 h 114334"/>
              <a:gd name="connsiteX115" fmla="*/ 429550 w 1025102"/>
              <a:gd name="connsiteY115" fmla="*/ 41073 h 114334"/>
              <a:gd name="connsiteX116" fmla="*/ 429550 w 1025102"/>
              <a:gd name="connsiteY116" fmla="*/ 70687 h 114334"/>
              <a:gd name="connsiteX117" fmla="*/ 435722 w 1025102"/>
              <a:gd name="connsiteY117" fmla="*/ 77011 h 114334"/>
              <a:gd name="connsiteX118" fmla="*/ 442732 w 1025102"/>
              <a:gd name="connsiteY118" fmla="*/ 76344 h 114334"/>
              <a:gd name="connsiteX119" fmla="*/ 442732 w 1025102"/>
              <a:gd name="connsiteY119" fmla="*/ 87174 h 114334"/>
              <a:gd name="connsiteX120" fmla="*/ 434570 w 1025102"/>
              <a:gd name="connsiteY120" fmla="*/ 88251 h 114334"/>
              <a:gd name="connsiteX121" fmla="*/ 417644 w 1025102"/>
              <a:gd name="connsiteY121" fmla="*/ 71220 h 114334"/>
              <a:gd name="connsiteX122" fmla="*/ 417644 w 1025102"/>
              <a:gd name="connsiteY122" fmla="*/ 41073 h 114334"/>
              <a:gd name="connsiteX123" fmla="*/ 407442 w 1025102"/>
              <a:gd name="connsiteY123" fmla="*/ 41073 h 114334"/>
              <a:gd name="connsiteX124" fmla="*/ 309849 w 1025102"/>
              <a:gd name="connsiteY124" fmla="*/ 29500 h 114334"/>
              <a:gd name="connsiteX125" fmla="*/ 296571 w 1025102"/>
              <a:gd name="connsiteY125" fmla="*/ 29500 h 114334"/>
              <a:gd name="connsiteX126" fmla="*/ 317441 w 1025102"/>
              <a:gd name="connsiteY126" fmla="*/ 87660 h 114334"/>
              <a:gd name="connsiteX127" fmla="*/ 328156 w 1025102"/>
              <a:gd name="connsiteY127" fmla="*/ 87660 h 114334"/>
              <a:gd name="connsiteX128" fmla="*/ 339910 w 1025102"/>
              <a:gd name="connsiteY128" fmla="*/ 50341 h 114334"/>
              <a:gd name="connsiteX129" fmla="*/ 351702 w 1025102"/>
              <a:gd name="connsiteY129" fmla="*/ 87660 h 114334"/>
              <a:gd name="connsiteX130" fmla="*/ 362456 w 1025102"/>
              <a:gd name="connsiteY130" fmla="*/ 87660 h 114334"/>
              <a:gd name="connsiteX131" fmla="*/ 383296 w 1025102"/>
              <a:gd name="connsiteY131" fmla="*/ 29500 h 114334"/>
              <a:gd name="connsiteX132" fmla="*/ 370123 w 1025102"/>
              <a:gd name="connsiteY132" fmla="*/ 29500 h 114334"/>
              <a:gd name="connsiteX133" fmla="*/ 357179 w 1025102"/>
              <a:gd name="connsiteY133" fmla="*/ 66934 h 114334"/>
              <a:gd name="connsiteX134" fmla="*/ 345216 w 1025102"/>
              <a:gd name="connsiteY134" fmla="*/ 29500 h 114334"/>
              <a:gd name="connsiteX135" fmla="*/ 334509 w 1025102"/>
              <a:gd name="connsiteY135" fmla="*/ 29500 h 114334"/>
              <a:gd name="connsiteX136" fmla="*/ 322679 w 1025102"/>
              <a:gd name="connsiteY136" fmla="*/ 67191 h 114334"/>
              <a:gd name="connsiteX137" fmla="*/ 309840 w 1025102"/>
              <a:gd name="connsiteY137" fmla="*/ 29500 h 114334"/>
              <a:gd name="connsiteX138" fmla="*/ 211589 w 1025102"/>
              <a:gd name="connsiteY138" fmla="*/ 59047 h 114334"/>
              <a:gd name="connsiteX139" fmla="*/ 242288 w 1025102"/>
              <a:gd name="connsiteY139" fmla="*/ 88851 h 114334"/>
              <a:gd name="connsiteX140" fmla="*/ 268330 w 1025102"/>
              <a:gd name="connsiteY140" fmla="*/ 72477 h 114334"/>
              <a:gd name="connsiteX141" fmla="*/ 258833 w 1025102"/>
              <a:gd name="connsiteY141" fmla="*/ 67229 h 114334"/>
              <a:gd name="connsiteX142" fmla="*/ 242279 w 1025102"/>
              <a:gd name="connsiteY142" fmla="*/ 77649 h 114334"/>
              <a:gd name="connsiteX143" fmla="*/ 224267 w 1025102"/>
              <a:gd name="connsiteY143" fmla="*/ 63171 h 114334"/>
              <a:gd name="connsiteX144" fmla="*/ 268320 w 1025102"/>
              <a:gd name="connsiteY144" fmla="*/ 63171 h 114334"/>
              <a:gd name="connsiteX145" fmla="*/ 268034 w 1025102"/>
              <a:gd name="connsiteY145" fmla="*/ 48322 h 114334"/>
              <a:gd name="connsiteX146" fmla="*/ 240993 w 1025102"/>
              <a:gd name="connsiteY146" fmla="*/ 28300 h 114334"/>
              <a:gd name="connsiteX147" fmla="*/ 211580 w 1025102"/>
              <a:gd name="connsiteY147" fmla="*/ 59037 h 114334"/>
              <a:gd name="connsiteX148" fmla="*/ 224572 w 1025102"/>
              <a:gd name="connsiteY148" fmla="*/ 51903 h 114334"/>
              <a:gd name="connsiteX149" fmla="*/ 256462 w 1025102"/>
              <a:gd name="connsiteY149" fmla="*/ 51903 h 114334"/>
              <a:gd name="connsiteX150" fmla="*/ 241003 w 1025102"/>
              <a:gd name="connsiteY150" fmla="*/ 39511 h 114334"/>
              <a:gd name="connsiteX151" fmla="*/ 224572 w 1025102"/>
              <a:gd name="connsiteY151" fmla="*/ 51903 h 114334"/>
              <a:gd name="connsiteX152" fmla="*/ 141152 w 1025102"/>
              <a:gd name="connsiteY152" fmla="*/ 59047 h 114334"/>
              <a:gd name="connsiteX153" fmla="*/ 171108 w 1025102"/>
              <a:gd name="connsiteY153" fmla="*/ 88889 h 114334"/>
              <a:gd name="connsiteX154" fmla="*/ 189787 w 1025102"/>
              <a:gd name="connsiteY154" fmla="*/ 82488 h 114334"/>
              <a:gd name="connsiteX155" fmla="*/ 189787 w 1025102"/>
              <a:gd name="connsiteY155" fmla="*/ 87698 h 114334"/>
              <a:gd name="connsiteX156" fmla="*/ 201617 w 1025102"/>
              <a:gd name="connsiteY156" fmla="*/ 87698 h 114334"/>
              <a:gd name="connsiteX157" fmla="*/ 201617 w 1025102"/>
              <a:gd name="connsiteY157" fmla="*/ 7250 h 114334"/>
              <a:gd name="connsiteX158" fmla="*/ 189634 w 1025102"/>
              <a:gd name="connsiteY158" fmla="*/ 7250 h 114334"/>
              <a:gd name="connsiteX159" fmla="*/ 189634 w 1025102"/>
              <a:gd name="connsiteY159" fmla="*/ 34758 h 114334"/>
              <a:gd name="connsiteX160" fmla="*/ 171251 w 1025102"/>
              <a:gd name="connsiteY160" fmla="*/ 28281 h 114334"/>
              <a:gd name="connsiteX161" fmla="*/ 141152 w 1025102"/>
              <a:gd name="connsiteY161" fmla="*/ 59047 h 114334"/>
              <a:gd name="connsiteX162" fmla="*/ 153620 w 1025102"/>
              <a:gd name="connsiteY162" fmla="*/ 58285 h 114334"/>
              <a:gd name="connsiteX163" fmla="*/ 171108 w 1025102"/>
              <a:gd name="connsiteY163" fmla="*/ 77125 h 114334"/>
              <a:gd name="connsiteX164" fmla="*/ 189579 w 1025102"/>
              <a:gd name="connsiteY164" fmla="*/ 59801 h 114334"/>
              <a:gd name="connsiteX165" fmla="*/ 189587 w 1025102"/>
              <a:gd name="connsiteY165" fmla="*/ 58990 h 114334"/>
              <a:gd name="connsiteX166" fmla="*/ 170803 w 1025102"/>
              <a:gd name="connsiteY166" fmla="*/ 40035 h 114334"/>
              <a:gd name="connsiteX167" fmla="*/ 153611 w 1025102"/>
              <a:gd name="connsiteY167" fmla="*/ 58285 h 114334"/>
              <a:gd name="connsiteX168" fmla="*/ 884026 w 1025102"/>
              <a:gd name="connsiteY168" fmla="*/ 58018 h 114334"/>
              <a:gd name="connsiteX169" fmla="*/ 854070 w 1025102"/>
              <a:gd name="connsiteY169" fmla="*/ 28176 h 114334"/>
              <a:gd name="connsiteX170" fmla="*/ 835391 w 1025102"/>
              <a:gd name="connsiteY170" fmla="*/ 34577 h 114334"/>
              <a:gd name="connsiteX171" fmla="*/ 835391 w 1025102"/>
              <a:gd name="connsiteY171" fmla="*/ 29367 h 114334"/>
              <a:gd name="connsiteX172" fmla="*/ 823561 w 1025102"/>
              <a:gd name="connsiteY172" fmla="*/ 29367 h 114334"/>
              <a:gd name="connsiteX173" fmla="*/ 823561 w 1025102"/>
              <a:gd name="connsiteY173" fmla="*/ 107663 h 114334"/>
              <a:gd name="connsiteX174" fmla="*/ 835544 w 1025102"/>
              <a:gd name="connsiteY174" fmla="*/ 107663 h 114334"/>
              <a:gd name="connsiteX175" fmla="*/ 835544 w 1025102"/>
              <a:gd name="connsiteY175" fmla="*/ 82307 h 114334"/>
              <a:gd name="connsiteX176" fmla="*/ 853927 w 1025102"/>
              <a:gd name="connsiteY176" fmla="*/ 88784 h 114334"/>
              <a:gd name="connsiteX177" fmla="*/ 884026 w 1025102"/>
              <a:gd name="connsiteY177" fmla="*/ 58018 h 114334"/>
              <a:gd name="connsiteX178" fmla="*/ 871558 w 1025102"/>
              <a:gd name="connsiteY178" fmla="*/ 58780 h 114334"/>
              <a:gd name="connsiteX179" fmla="*/ 854070 w 1025102"/>
              <a:gd name="connsiteY179" fmla="*/ 39940 h 114334"/>
              <a:gd name="connsiteX180" fmla="*/ 835599 w 1025102"/>
              <a:gd name="connsiteY180" fmla="*/ 57265 h 114334"/>
              <a:gd name="connsiteX181" fmla="*/ 835591 w 1025102"/>
              <a:gd name="connsiteY181" fmla="*/ 58075 h 114334"/>
              <a:gd name="connsiteX182" fmla="*/ 854374 w 1025102"/>
              <a:gd name="connsiteY182" fmla="*/ 77030 h 114334"/>
              <a:gd name="connsiteX183" fmla="*/ 871558 w 1025102"/>
              <a:gd name="connsiteY183" fmla="*/ 58780 h 114334"/>
              <a:gd name="connsiteX184" fmla="*/ 975771 w 1025102"/>
              <a:gd name="connsiteY184" fmla="*/ 87927 h 114334"/>
              <a:gd name="connsiteX185" fmla="*/ 975771 w 1025102"/>
              <a:gd name="connsiteY185" fmla="*/ 29472 h 114334"/>
              <a:gd name="connsiteX186" fmla="*/ 987715 w 1025102"/>
              <a:gd name="connsiteY186" fmla="*/ 29472 h 114334"/>
              <a:gd name="connsiteX187" fmla="*/ 987715 w 1025102"/>
              <a:gd name="connsiteY187" fmla="*/ 33110 h 114334"/>
              <a:gd name="connsiteX188" fmla="*/ 1001717 w 1025102"/>
              <a:gd name="connsiteY188" fmla="*/ 28491 h 114334"/>
              <a:gd name="connsiteX189" fmla="*/ 1025120 w 1025102"/>
              <a:gd name="connsiteY189" fmla="*/ 51808 h 114334"/>
              <a:gd name="connsiteX190" fmla="*/ 1025120 w 1025102"/>
              <a:gd name="connsiteY190" fmla="*/ 87927 h 114334"/>
              <a:gd name="connsiteX191" fmla="*/ 1013023 w 1025102"/>
              <a:gd name="connsiteY191" fmla="*/ 87927 h 114334"/>
              <a:gd name="connsiteX192" fmla="*/ 1013023 w 1025102"/>
              <a:gd name="connsiteY192" fmla="*/ 52865 h 114334"/>
              <a:gd name="connsiteX193" fmla="*/ 1000497 w 1025102"/>
              <a:gd name="connsiteY193" fmla="*/ 40111 h 114334"/>
              <a:gd name="connsiteX194" fmla="*/ 987715 w 1025102"/>
              <a:gd name="connsiteY194" fmla="*/ 52865 h 114334"/>
              <a:gd name="connsiteX195" fmla="*/ 987715 w 1025102"/>
              <a:gd name="connsiteY195" fmla="*/ 87927 h 114334"/>
              <a:gd name="connsiteX196" fmla="*/ 975771 w 1025102"/>
              <a:gd name="connsiteY196" fmla="*/ 87927 h 114334"/>
              <a:gd name="connsiteX197" fmla="*/ 686372 w 1025102"/>
              <a:gd name="connsiteY197" fmla="*/ 87727 h 114334"/>
              <a:gd name="connsiteX198" fmla="*/ 686372 w 1025102"/>
              <a:gd name="connsiteY198" fmla="*/ 8403 h 114334"/>
              <a:gd name="connsiteX199" fmla="*/ 696698 w 1025102"/>
              <a:gd name="connsiteY199" fmla="*/ 8403 h 114334"/>
              <a:gd name="connsiteX200" fmla="*/ 736845 w 1025102"/>
              <a:gd name="connsiteY200" fmla="*/ 63429 h 114334"/>
              <a:gd name="connsiteX201" fmla="*/ 736845 w 1025102"/>
              <a:gd name="connsiteY201" fmla="*/ 8403 h 114334"/>
              <a:gd name="connsiteX202" fmla="*/ 749418 w 1025102"/>
              <a:gd name="connsiteY202" fmla="*/ 8403 h 114334"/>
              <a:gd name="connsiteX203" fmla="*/ 749418 w 1025102"/>
              <a:gd name="connsiteY203" fmla="*/ 87727 h 114334"/>
              <a:gd name="connsiteX204" fmla="*/ 738998 w 1025102"/>
              <a:gd name="connsiteY204" fmla="*/ 87727 h 114334"/>
              <a:gd name="connsiteX205" fmla="*/ 698926 w 1025102"/>
              <a:gd name="connsiteY205" fmla="*/ 32520 h 114334"/>
              <a:gd name="connsiteX206" fmla="*/ 698926 w 1025102"/>
              <a:gd name="connsiteY206" fmla="*/ 87727 h 114334"/>
              <a:gd name="connsiteX207" fmla="*/ 686363 w 1025102"/>
              <a:gd name="connsiteY207" fmla="*/ 87727 h 114334"/>
              <a:gd name="connsiteX208" fmla="*/ 11831 w 1025102"/>
              <a:gd name="connsiteY208" fmla="*/ 87698 h 114334"/>
              <a:gd name="connsiteX209" fmla="*/ 20 w 1025102"/>
              <a:gd name="connsiteY209" fmla="*/ 87698 h 114334"/>
              <a:gd name="connsiteX210" fmla="*/ 20 w 1025102"/>
              <a:gd name="connsiteY210" fmla="*/ 13670 h 114334"/>
              <a:gd name="connsiteX211" fmla="*/ 9678 w 1025102"/>
              <a:gd name="connsiteY211" fmla="*/ 13670 h 114334"/>
              <a:gd name="connsiteX212" fmla="*/ 35053 w 1025102"/>
              <a:gd name="connsiteY212" fmla="*/ 47931 h 114334"/>
              <a:gd name="connsiteX213" fmla="*/ 60332 w 1025102"/>
              <a:gd name="connsiteY213" fmla="*/ 13718 h 114334"/>
              <a:gd name="connsiteX214" fmla="*/ 70143 w 1025102"/>
              <a:gd name="connsiteY214" fmla="*/ 13718 h 114334"/>
              <a:gd name="connsiteX215" fmla="*/ 70143 w 1025102"/>
              <a:gd name="connsiteY215" fmla="*/ 87689 h 114334"/>
              <a:gd name="connsiteX216" fmla="*/ 58180 w 1025102"/>
              <a:gd name="connsiteY216" fmla="*/ 87689 h 114334"/>
              <a:gd name="connsiteX217" fmla="*/ 58180 w 1025102"/>
              <a:gd name="connsiteY217" fmla="*/ 36387 h 114334"/>
              <a:gd name="connsiteX218" fmla="*/ 35053 w 1025102"/>
              <a:gd name="connsiteY218" fmla="*/ 67877 h 114334"/>
              <a:gd name="connsiteX219" fmla="*/ 11831 w 1025102"/>
              <a:gd name="connsiteY219" fmla="*/ 36197 h 114334"/>
              <a:gd name="connsiteX220" fmla="*/ 11831 w 1025102"/>
              <a:gd name="connsiteY220" fmla="*/ 87698 h 11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</a:cxnLst>
            <a:rect l="l" t="t" r="r" b="b"/>
            <a:pathLst>
              <a:path w="1025102" h="114334">
                <a:moveTo>
                  <a:pt x="583741" y="112539"/>
                </a:moveTo>
                <a:cubicBezTo>
                  <a:pt x="584223" y="114316"/>
                  <a:pt x="586055" y="115365"/>
                  <a:pt x="587832" y="114883"/>
                </a:cubicBezTo>
                <a:cubicBezTo>
                  <a:pt x="588387" y="114732"/>
                  <a:pt x="588894" y="114440"/>
                  <a:pt x="589303" y="114035"/>
                </a:cubicBezTo>
                <a:lnTo>
                  <a:pt x="638862" y="65067"/>
                </a:lnTo>
                <a:lnTo>
                  <a:pt x="579969" y="98623"/>
                </a:lnTo>
                <a:lnTo>
                  <a:pt x="583741" y="112539"/>
                </a:lnTo>
                <a:close/>
                <a:moveTo>
                  <a:pt x="562633" y="1097"/>
                </a:moveTo>
                <a:cubicBezTo>
                  <a:pt x="561030" y="192"/>
                  <a:pt x="558996" y="759"/>
                  <a:pt x="558091" y="2362"/>
                </a:cubicBezTo>
                <a:cubicBezTo>
                  <a:pt x="557809" y="2862"/>
                  <a:pt x="557661" y="3427"/>
                  <a:pt x="557661" y="4002"/>
                </a:cubicBezTo>
                <a:lnTo>
                  <a:pt x="557661" y="33634"/>
                </a:lnTo>
                <a:lnTo>
                  <a:pt x="588865" y="15842"/>
                </a:lnTo>
                <a:lnTo>
                  <a:pt x="562633" y="1097"/>
                </a:lnTo>
                <a:close/>
                <a:moveTo>
                  <a:pt x="598142" y="21147"/>
                </a:moveTo>
                <a:lnTo>
                  <a:pt x="557661" y="44207"/>
                </a:lnTo>
                <a:lnTo>
                  <a:pt x="557661" y="67496"/>
                </a:lnTo>
                <a:lnTo>
                  <a:pt x="618535" y="32787"/>
                </a:lnTo>
                <a:lnTo>
                  <a:pt x="598142" y="21147"/>
                </a:lnTo>
                <a:close/>
                <a:moveTo>
                  <a:pt x="642986" y="52608"/>
                </a:moveTo>
                <a:cubicBezTo>
                  <a:pt x="644588" y="51700"/>
                  <a:pt x="645151" y="49666"/>
                  <a:pt x="644243" y="48064"/>
                </a:cubicBezTo>
                <a:cubicBezTo>
                  <a:pt x="643945" y="47539"/>
                  <a:pt x="643511" y="47105"/>
                  <a:pt x="642986" y="46807"/>
                </a:cubicBezTo>
                <a:lnTo>
                  <a:pt x="627822" y="38235"/>
                </a:lnTo>
                <a:lnTo>
                  <a:pt x="557671" y="78230"/>
                </a:lnTo>
                <a:lnTo>
                  <a:pt x="557671" y="95204"/>
                </a:lnTo>
                <a:cubicBezTo>
                  <a:pt x="557667" y="97045"/>
                  <a:pt x="559156" y="98541"/>
                  <a:pt x="560997" y="98545"/>
                </a:cubicBezTo>
                <a:cubicBezTo>
                  <a:pt x="561578" y="98546"/>
                  <a:pt x="562148" y="98396"/>
                  <a:pt x="562652" y="98109"/>
                </a:cubicBezTo>
                <a:lnTo>
                  <a:pt x="642996" y="52608"/>
                </a:lnTo>
                <a:close/>
                <a:moveTo>
                  <a:pt x="386183" y="14965"/>
                </a:moveTo>
                <a:cubicBezTo>
                  <a:pt x="386183" y="10841"/>
                  <a:pt x="389564" y="7507"/>
                  <a:pt x="393726" y="7507"/>
                </a:cubicBezTo>
                <a:cubicBezTo>
                  <a:pt x="397889" y="7507"/>
                  <a:pt x="401270" y="10841"/>
                  <a:pt x="401270" y="14965"/>
                </a:cubicBezTo>
                <a:cubicBezTo>
                  <a:pt x="401270" y="19090"/>
                  <a:pt x="397889" y="22423"/>
                  <a:pt x="393726" y="22423"/>
                </a:cubicBezTo>
                <a:cubicBezTo>
                  <a:pt x="389564" y="22423"/>
                  <a:pt x="386183" y="19090"/>
                  <a:pt x="386183" y="14965"/>
                </a:cubicBezTo>
                <a:close/>
                <a:moveTo>
                  <a:pt x="949786" y="14965"/>
                </a:moveTo>
                <a:cubicBezTo>
                  <a:pt x="949786" y="10841"/>
                  <a:pt x="953168" y="7507"/>
                  <a:pt x="957330" y="7507"/>
                </a:cubicBezTo>
                <a:cubicBezTo>
                  <a:pt x="961493" y="7507"/>
                  <a:pt x="964874" y="10841"/>
                  <a:pt x="964874" y="14965"/>
                </a:cubicBezTo>
                <a:cubicBezTo>
                  <a:pt x="964874" y="19090"/>
                  <a:pt x="961493" y="22423"/>
                  <a:pt x="957330" y="22423"/>
                </a:cubicBezTo>
                <a:cubicBezTo>
                  <a:pt x="953168" y="22423"/>
                  <a:pt x="949786" y="19090"/>
                  <a:pt x="949786" y="14965"/>
                </a:cubicBezTo>
                <a:close/>
                <a:moveTo>
                  <a:pt x="131103" y="87698"/>
                </a:moveTo>
                <a:lnTo>
                  <a:pt x="119006" y="87698"/>
                </a:lnTo>
                <a:lnTo>
                  <a:pt x="119006" y="83060"/>
                </a:lnTo>
                <a:cubicBezTo>
                  <a:pt x="116377" y="84974"/>
                  <a:pt x="110777" y="88860"/>
                  <a:pt x="101090" y="88860"/>
                </a:cubicBezTo>
                <a:cubicBezTo>
                  <a:pt x="89641" y="88860"/>
                  <a:pt x="79430" y="81297"/>
                  <a:pt x="80735" y="69067"/>
                </a:cubicBezTo>
                <a:cubicBezTo>
                  <a:pt x="81859" y="58533"/>
                  <a:pt x="91717" y="53980"/>
                  <a:pt x="98337" y="52618"/>
                </a:cubicBezTo>
                <a:lnTo>
                  <a:pt x="119006" y="49332"/>
                </a:lnTo>
                <a:cubicBezTo>
                  <a:pt x="119006" y="44198"/>
                  <a:pt x="116244" y="40226"/>
                  <a:pt x="108872" y="39749"/>
                </a:cubicBezTo>
                <a:cubicBezTo>
                  <a:pt x="101499" y="39273"/>
                  <a:pt x="97346" y="42654"/>
                  <a:pt x="93908" y="49436"/>
                </a:cubicBezTo>
                <a:lnTo>
                  <a:pt x="83202" y="43674"/>
                </a:lnTo>
                <a:cubicBezTo>
                  <a:pt x="94803" y="18613"/>
                  <a:pt x="131103" y="26872"/>
                  <a:pt x="131103" y="47617"/>
                </a:cubicBezTo>
                <a:lnTo>
                  <a:pt x="131103" y="87689"/>
                </a:lnTo>
                <a:close/>
                <a:moveTo>
                  <a:pt x="119006" y="60457"/>
                </a:moveTo>
                <a:cubicBezTo>
                  <a:pt x="119063" y="64229"/>
                  <a:pt x="118416" y="71049"/>
                  <a:pt x="111205" y="75601"/>
                </a:cubicBezTo>
                <a:cubicBezTo>
                  <a:pt x="105614" y="79126"/>
                  <a:pt x="93670" y="78449"/>
                  <a:pt x="93079" y="71839"/>
                </a:cubicBezTo>
                <a:cubicBezTo>
                  <a:pt x="92613" y="66553"/>
                  <a:pt x="97470" y="64305"/>
                  <a:pt x="101709" y="63286"/>
                </a:cubicBezTo>
                <a:lnTo>
                  <a:pt x="119006" y="60457"/>
                </a:lnTo>
                <a:close/>
                <a:moveTo>
                  <a:pt x="811112" y="87698"/>
                </a:moveTo>
                <a:lnTo>
                  <a:pt x="799015" y="87698"/>
                </a:lnTo>
                <a:lnTo>
                  <a:pt x="799015" y="83060"/>
                </a:lnTo>
                <a:cubicBezTo>
                  <a:pt x="796386" y="84974"/>
                  <a:pt x="790785" y="88860"/>
                  <a:pt x="781099" y="88860"/>
                </a:cubicBezTo>
                <a:cubicBezTo>
                  <a:pt x="769650" y="88860"/>
                  <a:pt x="759439" y="81297"/>
                  <a:pt x="760744" y="69067"/>
                </a:cubicBezTo>
                <a:cubicBezTo>
                  <a:pt x="761868" y="58533"/>
                  <a:pt x="771726" y="53980"/>
                  <a:pt x="778346" y="52618"/>
                </a:cubicBezTo>
                <a:lnTo>
                  <a:pt x="799015" y="49332"/>
                </a:lnTo>
                <a:cubicBezTo>
                  <a:pt x="799015" y="44198"/>
                  <a:pt x="796253" y="40226"/>
                  <a:pt x="788881" y="39749"/>
                </a:cubicBezTo>
                <a:cubicBezTo>
                  <a:pt x="781508" y="39273"/>
                  <a:pt x="777355" y="42654"/>
                  <a:pt x="773917" y="49436"/>
                </a:cubicBezTo>
                <a:lnTo>
                  <a:pt x="763211" y="43674"/>
                </a:lnTo>
                <a:cubicBezTo>
                  <a:pt x="774812" y="18613"/>
                  <a:pt x="811112" y="26872"/>
                  <a:pt x="811112" y="47617"/>
                </a:cubicBezTo>
                <a:lnTo>
                  <a:pt x="811112" y="87689"/>
                </a:lnTo>
                <a:close/>
                <a:moveTo>
                  <a:pt x="799015" y="60457"/>
                </a:moveTo>
                <a:cubicBezTo>
                  <a:pt x="799072" y="64229"/>
                  <a:pt x="798425" y="71049"/>
                  <a:pt x="791205" y="75601"/>
                </a:cubicBezTo>
                <a:cubicBezTo>
                  <a:pt x="785613" y="79126"/>
                  <a:pt x="773669" y="78449"/>
                  <a:pt x="773079" y="71839"/>
                </a:cubicBezTo>
                <a:cubicBezTo>
                  <a:pt x="772612" y="66553"/>
                  <a:pt x="777470" y="64305"/>
                  <a:pt x="781708" y="63286"/>
                </a:cubicBezTo>
                <a:lnTo>
                  <a:pt x="799006" y="60457"/>
                </a:lnTo>
                <a:close/>
                <a:moveTo>
                  <a:pt x="905809" y="87698"/>
                </a:moveTo>
                <a:lnTo>
                  <a:pt x="893941" y="87698"/>
                </a:lnTo>
                <a:lnTo>
                  <a:pt x="893941" y="7212"/>
                </a:lnTo>
                <a:lnTo>
                  <a:pt x="905809" y="7212"/>
                </a:lnTo>
                <a:lnTo>
                  <a:pt x="905809" y="53837"/>
                </a:lnTo>
                <a:lnTo>
                  <a:pt x="931336" y="29462"/>
                </a:lnTo>
                <a:lnTo>
                  <a:pt x="947891" y="29462"/>
                </a:lnTo>
                <a:lnTo>
                  <a:pt x="922812" y="53608"/>
                </a:lnTo>
                <a:lnTo>
                  <a:pt x="948672" y="87689"/>
                </a:lnTo>
                <a:lnTo>
                  <a:pt x="933851" y="87689"/>
                </a:lnTo>
                <a:lnTo>
                  <a:pt x="914068" y="61905"/>
                </a:lnTo>
                <a:lnTo>
                  <a:pt x="905809" y="69944"/>
                </a:lnTo>
                <a:lnTo>
                  <a:pt x="905809" y="87689"/>
                </a:lnTo>
                <a:close/>
                <a:moveTo>
                  <a:pt x="963464" y="29462"/>
                </a:moveTo>
                <a:lnTo>
                  <a:pt x="951510" y="29462"/>
                </a:lnTo>
                <a:lnTo>
                  <a:pt x="951510" y="87689"/>
                </a:lnTo>
                <a:lnTo>
                  <a:pt x="963464" y="87689"/>
                </a:lnTo>
                <a:lnTo>
                  <a:pt x="963464" y="29462"/>
                </a:lnTo>
                <a:close/>
                <a:moveTo>
                  <a:pt x="399584" y="29462"/>
                </a:moveTo>
                <a:lnTo>
                  <a:pt x="387630" y="29462"/>
                </a:lnTo>
                <a:lnTo>
                  <a:pt x="387630" y="87689"/>
                </a:lnTo>
                <a:lnTo>
                  <a:pt x="399584" y="87689"/>
                </a:lnTo>
                <a:lnTo>
                  <a:pt x="399584" y="29462"/>
                </a:lnTo>
                <a:close/>
                <a:moveTo>
                  <a:pt x="452772" y="87689"/>
                </a:moveTo>
                <a:lnTo>
                  <a:pt x="452772" y="7193"/>
                </a:lnTo>
                <a:lnTo>
                  <a:pt x="464726" y="7193"/>
                </a:lnTo>
                <a:lnTo>
                  <a:pt x="464726" y="32863"/>
                </a:lnTo>
                <a:cubicBezTo>
                  <a:pt x="468164" y="29567"/>
                  <a:pt x="474251" y="28243"/>
                  <a:pt x="478727" y="28243"/>
                </a:cubicBezTo>
                <a:cubicBezTo>
                  <a:pt x="492558" y="28243"/>
                  <a:pt x="502321" y="38549"/>
                  <a:pt x="502130" y="51560"/>
                </a:cubicBezTo>
                <a:lnTo>
                  <a:pt x="502130" y="87679"/>
                </a:lnTo>
                <a:lnTo>
                  <a:pt x="490034" y="87679"/>
                </a:lnTo>
                <a:lnTo>
                  <a:pt x="490034" y="52627"/>
                </a:lnTo>
                <a:cubicBezTo>
                  <a:pt x="490034" y="48741"/>
                  <a:pt x="487995" y="39873"/>
                  <a:pt x="477508" y="39873"/>
                </a:cubicBezTo>
                <a:cubicBezTo>
                  <a:pt x="468288" y="39873"/>
                  <a:pt x="464726" y="47074"/>
                  <a:pt x="464726" y="52627"/>
                </a:cubicBezTo>
                <a:lnTo>
                  <a:pt x="464726" y="87689"/>
                </a:lnTo>
                <a:lnTo>
                  <a:pt x="452772" y="87689"/>
                </a:lnTo>
                <a:close/>
                <a:moveTo>
                  <a:pt x="407433" y="41073"/>
                </a:moveTo>
                <a:lnTo>
                  <a:pt x="407433" y="29500"/>
                </a:lnTo>
                <a:lnTo>
                  <a:pt x="413348" y="29500"/>
                </a:lnTo>
                <a:cubicBezTo>
                  <a:pt x="415715" y="29500"/>
                  <a:pt x="417634" y="27581"/>
                  <a:pt x="417634" y="25214"/>
                </a:cubicBezTo>
                <a:lnTo>
                  <a:pt x="417634" y="17070"/>
                </a:lnTo>
                <a:lnTo>
                  <a:pt x="429550" y="17070"/>
                </a:lnTo>
                <a:lnTo>
                  <a:pt x="429550" y="29500"/>
                </a:lnTo>
                <a:lnTo>
                  <a:pt x="442018" y="29500"/>
                </a:lnTo>
                <a:lnTo>
                  <a:pt x="442018" y="41073"/>
                </a:lnTo>
                <a:lnTo>
                  <a:pt x="429550" y="41073"/>
                </a:lnTo>
                <a:lnTo>
                  <a:pt x="429550" y="70687"/>
                </a:lnTo>
                <a:cubicBezTo>
                  <a:pt x="429550" y="73477"/>
                  <a:pt x="430550" y="77011"/>
                  <a:pt x="435722" y="77011"/>
                </a:cubicBezTo>
                <a:cubicBezTo>
                  <a:pt x="439199" y="77011"/>
                  <a:pt x="440780" y="76678"/>
                  <a:pt x="442732" y="76344"/>
                </a:cubicBezTo>
                <a:lnTo>
                  <a:pt x="442732" y="87174"/>
                </a:lnTo>
                <a:cubicBezTo>
                  <a:pt x="442732" y="87174"/>
                  <a:pt x="439294" y="88251"/>
                  <a:pt x="434570" y="88251"/>
                </a:cubicBezTo>
                <a:cubicBezTo>
                  <a:pt x="421254" y="88251"/>
                  <a:pt x="417644" y="78240"/>
                  <a:pt x="417644" y="71220"/>
                </a:cubicBezTo>
                <a:lnTo>
                  <a:pt x="417644" y="41073"/>
                </a:lnTo>
                <a:lnTo>
                  <a:pt x="407442" y="41073"/>
                </a:lnTo>
                <a:close/>
                <a:moveTo>
                  <a:pt x="309849" y="29500"/>
                </a:moveTo>
                <a:lnTo>
                  <a:pt x="296571" y="29500"/>
                </a:lnTo>
                <a:lnTo>
                  <a:pt x="317441" y="87660"/>
                </a:lnTo>
                <a:lnTo>
                  <a:pt x="328156" y="87660"/>
                </a:lnTo>
                <a:lnTo>
                  <a:pt x="339910" y="50341"/>
                </a:lnTo>
                <a:lnTo>
                  <a:pt x="351702" y="87660"/>
                </a:lnTo>
                <a:lnTo>
                  <a:pt x="362456" y="87660"/>
                </a:lnTo>
                <a:lnTo>
                  <a:pt x="383296" y="29500"/>
                </a:lnTo>
                <a:lnTo>
                  <a:pt x="370123" y="29500"/>
                </a:lnTo>
                <a:lnTo>
                  <a:pt x="357179" y="66934"/>
                </a:lnTo>
                <a:lnTo>
                  <a:pt x="345216" y="29500"/>
                </a:lnTo>
                <a:lnTo>
                  <a:pt x="334509" y="29500"/>
                </a:lnTo>
                <a:lnTo>
                  <a:pt x="322679" y="67191"/>
                </a:lnTo>
                <a:lnTo>
                  <a:pt x="309840" y="29500"/>
                </a:lnTo>
                <a:close/>
                <a:moveTo>
                  <a:pt x="211589" y="59047"/>
                </a:moveTo>
                <a:cubicBezTo>
                  <a:pt x="211399" y="73963"/>
                  <a:pt x="222895" y="88851"/>
                  <a:pt x="242288" y="88851"/>
                </a:cubicBezTo>
                <a:cubicBezTo>
                  <a:pt x="257205" y="88851"/>
                  <a:pt x="264986" y="80107"/>
                  <a:pt x="268330" y="72477"/>
                </a:cubicBezTo>
                <a:lnTo>
                  <a:pt x="258833" y="67229"/>
                </a:lnTo>
                <a:cubicBezTo>
                  <a:pt x="255833" y="71029"/>
                  <a:pt x="251204" y="77649"/>
                  <a:pt x="242279" y="77649"/>
                </a:cubicBezTo>
                <a:cubicBezTo>
                  <a:pt x="231373" y="77649"/>
                  <a:pt x="224896" y="70210"/>
                  <a:pt x="224267" y="63171"/>
                </a:cubicBezTo>
                <a:lnTo>
                  <a:pt x="268320" y="63171"/>
                </a:lnTo>
                <a:cubicBezTo>
                  <a:pt x="269025" y="60466"/>
                  <a:pt x="269730" y="53694"/>
                  <a:pt x="268034" y="48322"/>
                </a:cubicBezTo>
                <a:cubicBezTo>
                  <a:pt x="264834" y="38187"/>
                  <a:pt x="256404" y="28300"/>
                  <a:pt x="240993" y="28300"/>
                </a:cubicBezTo>
                <a:cubicBezTo>
                  <a:pt x="225582" y="28300"/>
                  <a:pt x="211580" y="39273"/>
                  <a:pt x="211580" y="59037"/>
                </a:cubicBezTo>
                <a:close/>
                <a:moveTo>
                  <a:pt x="224572" y="51903"/>
                </a:moveTo>
                <a:lnTo>
                  <a:pt x="256462" y="51903"/>
                </a:lnTo>
                <a:cubicBezTo>
                  <a:pt x="255938" y="47808"/>
                  <a:pt x="251070" y="39511"/>
                  <a:pt x="241003" y="39511"/>
                </a:cubicBezTo>
                <a:cubicBezTo>
                  <a:pt x="233369" y="39498"/>
                  <a:pt x="226657" y="44560"/>
                  <a:pt x="224572" y="51903"/>
                </a:cubicBezTo>
                <a:close/>
                <a:moveTo>
                  <a:pt x="141152" y="59047"/>
                </a:moveTo>
                <a:cubicBezTo>
                  <a:pt x="141514" y="75792"/>
                  <a:pt x="153315" y="88889"/>
                  <a:pt x="171108" y="88889"/>
                </a:cubicBezTo>
                <a:cubicBezTo>
                  <a:pt x="181338" y="88889"/>
                  <a:pt x="187520" y="84345"/>
                  <a:pt x="189787" y="82488"/>
                </a:cubicBezTo>
                <a:lnTo>
                  <a:pt x="189787" y="87698"/>
                </a:lnTo>
                <a:lnTo>
                  <a:pt x="201617" y="87698"/>
                </a:lnTo>
                <a:lnTo>
                  <a:pt x="201617" y="7250"/>
                </a:lnTo>
                <a:lnTo>
                  <a:pt x="189634" y="7250"/>
                </a:lnTo>
                <a:lnTo>
                  <a:pt x="189634" y="34758"/>
                </a:lnTo>
                <a:cubicBezTo>
                  <a:pt x="185691" y="31329"/>
                  <a:pt x="179519" y="28281"/>
                  <a:pt x="171251" y="28281"/>
                </a:cubicBezTo>
                <a:cubicBezTo>
                  <a:pt x="153058" y="28281"/>
                  <a:pt x="140790" y="42312"/>
                  <a:pt x="141152" y="59047"/>
                </a:cubicBezTo>
                <a:close/>
                <a:moveTo>
                  <a:pt x="153620" y="58285"/>
                </a:moveTo>
                <a:cubicBezTo>
                  <a:pt x="153620" y="68943"/>
                  <a:pt x="160507" y="77125"/>
                  <a:pt x="171108" y="77125"/>
                </a:cubicBezTo>
                <a:cubicBezTo>
                  <a:pt x="180993" y="77442"/>
                  <a:pt x="189262" y="69685"/>
                  <a:pt x="189579" y="59801"/>
                </a:cubicBezTo>
                <a:cubicBezTo>
                  <a:pt x="189588" y="59531"/>
                  <a:pt x="189590" y="59260"/>
                  <a:pt x="189587" y="58990"/>
                </a:cubicBezTo>
                <a:cubicBezTo>
                  <a:pt x="189587" y="45931"/>
                  <a:pt x="179957" y="40035"/>
                  <a:pt x="170803" y="40035"/>
                </a:cubicBezTo>
                <a:cubicBezTo>
                  <a:pt x="161650" y="40035"/>
                  <a:pt x="153611" y="47636"/>
                  <a:pt x="153611" y="58285"/>
                </a:cubicBezTo>
                <a:close/>
                <a:moveTo>
                  <a:pt x="884026" y="58018"/>
                </a:moveTo>
                <a:cubicBezTo>
                  <a:pt x="883664" y="41273"/>
                  <a:pt x="871862" y="28176"/>
                  <a:pt x="854070" y="28176"/>
                </a:cubicBezTo>
                <a:cubicBezTo>
                  <a:pt x="843840" y="28176"/>
                  <a:pt x="837658" y="32720"/>
                  <a:pt x="835391" y="34577"/>
                </a:cubicBezTo>
                <a:lnTo>
                  <a:pt x="835391" y="29367"/>
                </a:lnTo>
                <a:lnTo>
                  <a:pt x="823561" y="29367"/>
                </a:lnTo>
                <a:lnTo>
                  <a:pt x="823561" y="107663"/>
                </a:lnTo>
                <a:lnTo>
                  <a:pt x="835544" y="107663"/>
                </a:lnTo>
                <a:lnTo>
                  <a:pt x="835544" y="82307"/>
                </a:lnTo>
                <a:cubicBezTo>
                  <a:pt x="839487" y="85736"/>
                  <a:pt x="845669" y="88784"/>
                  <a:pt x="853927" y="88784"/>
                </a:cubicBezTo>
                <a:cubicBezTo>
                  <a:pt x="872119" y="88784"/>
                  <a:pt x="884388" y="74754"/>
                  <a:pt x="884026" y="58018"/>
                </a:cubicBezTo>
                <a:close/>
                <a:moveTo>
                  <a:pt x="871558" y="58780"/>
                </a:moveTo>
                <a:cubicBezTo>
                  <a:pt x="871558" y="48122"/>
                  <a:pt x="864671" y="39940"/>
                  <a:pt x="854070" y="39940"/>
                </a:cubicBezTo>
                <a:cubicBezTo>
                  <a:pt x="844185" y="39623"/>
                  <a:pt x="835915" y="47380"/>
                  <a:pt x="835599" y="57265"/>
                </a:cubicBezTo>
                <a:cubicBezTo>
                  <a:pt x="835590" y="57535"/>
                  <a:pt x="835588" y="57805"/>
                  <a:pt x="835591" y="58075"/>
                </a:cubicBezTo>
                <a:cubicBezTo>
                  <a:pt x="835591" y="71134"/>
                  <a:pt x="845221" y="77030"/>
                  <a:pt x="854374" y="77030"/>
                </a:cubicBezTo>
                <a:cubicBezTo>
                  <a:pt x="863528" y="77030"/>
                  <a:pt x="871558" y="69429"/>
                  <a:pt x="871558" y="58780"/>
                </a:cubicBezTo>
                <a:close/>
                <a:moveTo>
                  <a:pt x="975771" y="87927"/>
                </a:moveTo>
                <a:lnTo>
                  <a:pt x="975771" y="29472"/>
                </a:lnTo>
                <a:lnTo>
                  <a:pt x="987715" y="29472"/>
                </a:lnTo>
                <a:lnTo>
                  <a:pt x="987715" y="33110"/>
                </a:lnTo>
                <a:cubicBezTo>
                  <a:pt x="991153" y="29815"/>
                  <a:pt x="997240" y="28491"/>
                  <a:pt x="1001717" y="28491"/>
                </a:cubicBezTo>
                <a:cubicBezTo>
                  <a:pt x="1015547" y="28491"/>
                  <a:pt x="1025310" y="38797"/>
                  <a:pt x="1025120" y="51808"/>
                </a:cubicBezTo>
                <a:lnTo>
                  <a:pt x="1025120" y="87927"/>
                </a:lnTo>
                <a:lnTo>
                  <a:pt x="1013023" y="87927"/>
                </a:lnTo>
                <a:lnTo>
                  <a:pt x="1013023" y="52865"/>
                </a:lnTo>
                <a:cubicBezTo>
                  <a:pt x="1013023" y="48979"/>
                  <a:pt x="1010984" y="40111"/>
                  <a:pt x="1000497" y="40111"/>
                </a:cubicBezTo>
                <a:cubicBezTo>
                  <a:pt x="991268" y="40111"/>
                  <a:pt x="987715" y="47312"/>
                  <a:pt x="987715" y="52865"/>
                </a:cubicBezTo>
                <a:lnTo>
                  <a:pt x="987715" y="87927"/>
                </a:lnTo>
                <a:lnTo>
                  <a:pt x="975771" y="87927"/>
                </a:lnTo>
                <a:close/>
                <a:moveTo>
                  <a:pt x="686372" y="87727"/>
                </a:moveTo>
                <a:lnTo>
                  <a:pt x="686372" y="8403"/>
                </a:lnTo>
                <a:lnTo>
                  <a:pt x="696698" y="8403"/>
                </a:lnTo>
                <a:lnTo>
                  <a:pt x="736845" y="63429"/>
                </a:lnTo>
                <a:lnTo>
                  <a:pt x="736845" y="8403"/>
                </a:lnTo>
                <a:lnTo>
                  <a:pt x="749418" y="8403"/>
                </a:lnTo>
                <a:lnTo>
                  <a:pt x="749418" y="87727"/>
                </a:lnTo>
                <a:lnTo>
                  <a:pt x="738998" y="87727"/>
                </a:lnTo>
                <a:lnTo>
                  <a:pt x="698926" y="32520"/>
                </a:lnTo>
                <a:lnTo>
                  <a:pt x="698926" y="87727"/>
                </a:lnTo>
                <a:lnTo>
                  <a:pt x="686363" y="87727"/>
                </a:lnTo>
                <a:close/>
                <a:moveTo>
                  <a:pt x="11831" y="87698"/>
                </a:moveTo>
                <a:lnTo>
                  <a:pt x="20" y="87698"/>
                </a:lnTo>
                <a:lnTo>
                  <a:pt x="20" y="13670"/>
                </a:lnTo>
                <a:lnTo>
                  <a:pt x="9678" y="13670"/>
                </a:lnTo>
                <a:lnTo>
                  <a:pt x="35053" y="47931"/>
                </a:lnTo>
                <a:lnTo>
                  <a:pt x="60332" y="13718"/>
                </a:lnTo>
                <a:lnTo>
                  <a:pt x="70143" y="13718"/>
                </a:lnTo>
                <a:lnTo>
                  <a:pt x="70143" y="87689"/>
                </a:lnTo>
                <a:lnTo>
                  <a:pt x="58180" y="87689"/>
                </a:lnTo>
                <a:lnTo>
                  <a:pt x="58180" y="36387"/>
                </a:lnTo>
                <a:lnTo>
                  <a:pt x="35053" y="67877"/>
                </a:lnTo>
                <a:lnTo>
                  <a:pt x="11831" y="36197"/>
                </a:lnTo>
                <a:lnTo>
                  <a:pt x="11831" y="87698"/>
                </a:lnTo>
                <a:close/>
              </a:path>
            </a:pathLst>
          </a:custGeom>
          <a:noFill/>
          <a:ln w="9525" cap="rnd">
            <a:noFill/>
            <a:prstDash val="solid"/>
            <a:round/>
          </a:ln>
        </p:spPr>
        <p:txBody>
          <a:bodyPr rtlCol="0" anchor="ctr"/>
          <a:lstStyle/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1FB695A0-F996-8D03-C800-3FF38172F295}"/>
              </a:ext>
            </a:extLst>
          </p:cNvPr>
          <p:cNvSpPr txBox="1"/>
          <p:nvPr/>
        </p:nvSpPr>
        <p:spPr>
          <a:xfrm>
            <a:off x="892713" y="2185301"/>
            <a:ext cx="24223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Configurare allarmi di sicurezza e integrare servizi di sicurezza per rilevare proattivamente le minacce.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63DC1B6F-7B43-2DF4-3DF7-904952A365AD}"/>
              </a:ext>
            </a:extLst>
          </p:cNvPr>
          <p:cNvSpPr txBox="1"/>
          <p:nvPr/>
        </p:nvSpPr>
        <p:spPr>
          <a:xfrm>
            <a:off x="891516" y="5201661"/>
            <a:ext cx="3105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Implementare script di </a:t>
            </a:r>
            <a:r>
              <a:rPr lang="it-IT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hardening</a:t>
            </a:r>
            <a:r>
              <a:rPr lang="it-IT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scansioni di vulnerabilità per proteggere i sistemi operativi.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1A709540-8EDE-C5F3-F1E3-3B5F5D3D979F}"/>
              </a:ext>
            </a:extLst>
          </p:cNvPr>
          <p:cNvSpPr txBox="1"/>
          <p:nvPr/>
        </p:nvSpPr>
        <p:spPr>
          <a:xfrm>
            <a:off x="8763000" y="2277012"/>
            <a:ext cx="2912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Integrare l'analisi di sicurezza nella pipeline CI/CD per automatizzare le pratiche di sicurezza.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1AAA0D21-F316-F790-A4EF-494A1DDE2B78}"/>
              </a:ext>
            </a:extLst>
          </p:cNvPr>
          <p:cNvSpPr txBox="1"/>
          <p:nvPr/>
        </p:nvSpPr>
        <p:spPr>
          <a:xfrm>
            <a:off x="8839200" y="5296067"/>
            <a:ext cx="27279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Analizzare il traffico e ottimizzare i controlli di sicurezza per proteggere il perimetro di rete.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4B1F046-675C-E7E8-85CA-B803F8D05DC5}"/>
              </a:ext>
            </a:extLst>
          </p:cNvPr>
          <p:cNvSpPr/>
          <p:nvPr/>
        </p:nvSpPr>
        <p:spPr>
          <a:xfrm>
            <a:off x="10677525" y="6372225"/>
            <a:ext cx="1447800" cy="466725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647106"/>
            <a:ext cx="6297018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917"/>
              </a:lnSpc>
            </a:pPr>
            <a:r>
              <a:rPr lang="en-US" sz="3125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3. Rilevamento Proattivo: Implementazione Honeypot</a:t>
            </a:r>
            <a:endParaRPr lang="en-US" sz="3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92" y="1892201"/>
            <a:ext cx="803275" cy="14395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5402" y="2052836"/>
            <a:ext cx="454997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Progettazione e Isolamento dell'Architettura</a:t>
            </a:r>
            <a:endParaRPr lang="en-US" sz="154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625402" y="2400201"/>
            <a:ext cx="5333107" cy="77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Selezione della piattaforma </a:t>
            </a:r>
            <a:r>
              <a:rPr lang="en-US" sz="1250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T-Pot CE</a:t>
            </a: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per un approccio multi-sensore. Creazione di un</a:t>
            </a:r>
            <a:r>
              <a:rPr lang="en-US" sz="1250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</a:t>
            </a: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ambiente AWS completamente isolato (VPC dedicato) per garantire la massima sicurezza.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92" y="3331766"/>
            <a:ext cx="803275" cy="14395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25402" y="3492401"/>
            <a:ext cx="422840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Implementazione Tecnica e Automazione</a:t>
            </a:r>
            <a:endParaRPr lang="en-US" sz="154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625402" y="3839766"/>
            <a:ext cx="5333107" cy="77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Deployment automatizzato e sicuro dell'istanza tramite script. Gestione delle credenziali affidata ad AWS Secrets Manager e IAM Roles.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92" y="4771331"/>
            <a:ext cx="803275" cy="14395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25402" y="4931966"/>
            <a:ext cx="449510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Personalizzazione e Validazione del Sistema</a:t>
            </a:r>
            <a:endParaRPr lang="en-US" sz="154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625402" y="5279331"/>
            <a:ext cx="5333107" cy="77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Sviluppo di un </a:t>
            </a:r>
            <a:r>
              <a:rPr lang="en-US" sz="1250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sensore FinTech personalizzato</a:t>
            </a: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per raccogliere intelligence specifica. Esecuzione di un </a:t>
            </a:r>
            <a:r>
              <a:rPr lang="en-US" sz="1250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attacco simulato controllato</a:t>
            </a: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per validare l'efficacia del rilevamento e dell'analisi.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4392" y="1744563"/>
            <a:ext cx="10550723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17"/>
              </a:lnSpc>
            </a:pPr>
            <a:r>
              <a:rPr lang="en-US" sz="3125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Valutazione Economica: Un Investimento Strategico</a:t>
            </a:r>
            <a:endParaRPr lang="en-US" sz="3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04392" y="2567881"/>
            <a:ext cx="2566591" cy="530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167"/>
              </a:lnSpc>
            </a:pPr>
            <a:r>
              <a:rPr lang="en-US" sz="4167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$100</a:t>
            </a:r>
            <a:endParaRPr lang="en-US" sz="41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83494" y="3298726"/>
            <a:ext cx="200828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42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TCO Mensile</a:t>
            </a:r>
            <a:endParaRPr lang="en-US" sz="154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4392" y="3646091"/>
            <a:ext cx="2566591" cy="513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Costo totale dell'infrastruttura di sicurezza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771801" y="2567881"/>
            <a:ext cx="2566690" cy="530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167"/>
              </a:lnSpc>
            </a:pPr>
            <a:r>
              <a:rPr lang="en-US" sz="4167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$0</a:t>
            </a:r>
            <a:endParaRPr lang="en-US" sz="41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51002" y="3298726"/>
            <a:ext cx="200828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42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Costo Effettivo</a:t>
            </a:r>
            <a:endParaRPr lang="en-US" sz="154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771801" y="3646091"/>
            <a:ext cx="2566690" cy="513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Grazie ai crediti AWS Activate per i primi anni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39310" y="2567881"/>
            <a:ext cx="2566591" cy="530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167"/>
              </a:lnSpc>
            </a:pPr>
            <a:r>
              <a:rPr lang="en-US" sz="4167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$4M</a:t>
            </a:r>
            <a:endParaRPr lang="en-US" sz="41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39905" y="3298726"/>
            <a:ext cx="25654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42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Costo Medio Data Breach</a:t>
            </a:r>
            <a:endParaRPr lang="en-US" sz="154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39310" y="3646091"/>
            <a:ext cx="2566591" cy="256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Nel settore finanziario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306719" y="2567881"/>
            <a:ext cx="2566690" cy="530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167"/>
              </a:lnSpc>
            </a:pPr>
            <a:r>
              <a:rPr lang="en-US" sz="4167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$20K</a:t>
            </a:r>
            <a:endParaRPr lang="en-US" sz="41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585920" y="3298726"/>
            <a:ext cx="200828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58"/>
              </a:lnSpc>
            </a:pPr>
            <a:r>
              <a:rPr lang="en-US" sz="1542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Beneficio Annuo</a:t>
            </a:r>
            <a:endParaRPr lang="en-US" sz="154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306719" y="3646091"/>
            <a:ext cx="2566690" cy="77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Assumendo una riduzione del rischio dello 0.5% (stima conservativa)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75842" y="4965105"/>
            <a:ext cx="10869018" cy="256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250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Conclusione:</a:t>
            </a: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L'investimento ha un </a:t>
            </a:r>
            <a:r>
              <a:rPr lang="en-US" sz="1250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ROI eccezionalmente positivo</a:t>
            </a: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, trasformando la sicurezza da un costo a un </a:t>
            </a:r>
            <a:r>
              <a:rPr lang="en-US" sz="1250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vantaggio competitivo</a:t>
            </a:r>
            <a:r>
              <a:rPr lang="en-US" sz="1250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560487"/>
            <a:ext cx="6522045" cy="561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16"/>
              </a:lnSpc>
            </a:pPr>
            <a:r>
              <a:rPr lang="en-US" sz="3500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Conclusioni e Sviluppi Futuri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47417" y="1570433"/>
            <a:ext cx="2244626" cy="280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50" b="1" dirty="0">
                <a:solidFill>
                  <a:schemeClr val="accent1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Risultati Chiave</a:t>
            </a:r>
            <a:endParaRPr lang="en-US" sz="175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5142" y="2382838"/>
            <a:ext cx="5215433" cy="574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375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Implementato un framework di sicurezza </a:t>
            </a:r>
            <a:r>
              <a:rPr lang="en-US" sz="1375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robusto, low-cost e scalabile</a:t>
            </a:r>
            <a:r>
              <a:rPr lang="en-US" sz="1375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, adatto a una startup fintech.</a:t>
            </a:r>
            <a:endParaRPr lang="en-US" sz="13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5142" y="3020319"/>
            <a:ext cx="5215433" cy="862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375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Sicurezza delle Identità Rafforzata:</a:t>
            </a:r>
            <a:r>
              <a:rPr lang="en-US" sz="1375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Eliminato l'uso del root, implementato il minimo privilegio e MFA, riducendo il </a:t>
            </a:r>
            <a:r>
              <a:rPr lang="en-US" sz="1375" i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blast radius</a:t>
            </a:r>
            <a:r>
              <a:rPr lang="en-US" sz="1375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.</a:t>
            </a:r>
            <a:endParaRPr lang="en-US" sz="13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5142" y="3945136"/>
            <a:ext cx="5215433" cy="574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375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Infrastruttura di Rete Segregata:</a:t>
            </a:r>
            <a:r>
              <a:rPr lang="en-US" sz="1375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Isolate le risorse critiche, minimizzando la superficie d'attacco.</a:t>
            </a:r>
            <a:endParaRPr lang="en-US" sz="13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5142" y="4582617"/>
            <a:ext cx="5215433" cy="574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375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Visibilità Proattiva sulle Minacce:</a:t>
            </a:r>
            <a:r>
              <a:rPr lang="en-US" sz="1375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Ottenuta </a:t>
            </a:r>
            <a:r>
              <a:rPr lang="en-US" sz="1375" i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threat intelligence</a:t>
            </a:r>
            <a:r>
              <a:rPr lang="en-US" sz="1375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specifica e azionabile grazie all'honeypot.</a:t>
            </a:r>
            <a:endParaRPr lang="en-US" sz="13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5142" y="5220097"/>
            <a:ext cx="5215433" cy="862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375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Dimostrato un ROI positivo</a:t>
            </a:r>
            <a:r>
              <a:rPr lang="en-US" sz="1375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, giustificando la sicurezza come investimento strategico e non come mero centro di costo.</a:t>
            </a:r>
            <a:endParaRPr lang="en-US" sz="13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17891" y="1570433"/>
            <a:ext cx="1626692" cy="28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750" b="1" dirty="0" err="1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Sviluppi</a:t>
            </a:r>
            <a:r>
              <a:rPr lang="en-US" sz="1750" b="1" dirty="0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 </a:t>
            </a:r>
            <a:r>
              <a:rPr lang="en-US" sz="1750" b="1" dirty="0" err="1">
                <a:solidFill>
                  <a:srgbClr val="08415C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Futuri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21425" y="2310904"/>
            <a:ext cx="5215433" cy="114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375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Automazione e Correlazione (SIEM/SOAR):</a:t>
            </a:r>
            <a:r>
              <a:rPr lang="en-US" sz="1375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Integrare tutti i log (VPC, CloudTrail, Honeypot) in una piattaforma SIEM per la correlazione avanzata e l'automazione della risposta.</a:t>
            </a:r>
            <a:endParaRPr lang="en-US" sz="13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21425" y="3523059"/>
            <a:ext cx="5215433" cy="862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375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Evoluzione Architetturale:</a:t>
            </a:r>
            <a:r>
              <a:rPr lang="en-US" sz="1375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Transizione a microservizi e container per una segmentazione ancora più granulare e resiliente.</a:t>
            </a:r>
            <a:endParaRPr lang="en-US" sz="13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21425" y="4447878"/>
            <a:ext cx="5215433" cy="862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375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Resilienza Multi-Region:</a:t>
            </a:r>
            <a:r>
              <a:rPr lang="en-US" sz="1375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Implementare strategie di Disaster Recovery (DR) per resistere a guasti su larga scala.</a:t>
            </a:r>
            <a:endParaRPr lang="en-US" sz="13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21425" y="5372695"/>
            <a:ext cx="5215433" cy="862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250"/>
              </a:lnSpc>
              <a:buSzPct val="100000"/>
              <a:buChar char="•"/>
            </a:pPr>
            <a:r>
              <a:rPr lang="en-US" sz="1375" b="1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Security as Code (DevSecOps):</a:t>
            </a:r>
            <a:r>
              <a:rPr lang="en-US" sz="1375" dirty="0">
                <a:solidFill>
                  <a:srgbClr val="08415C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Integrare controlli di sicurezza automatizzati (es. tfsec) direttamente nelle pipeline CI/CD per una compliance continua.</a:t>
            </a:r>
            <a:endParaRPr lang="en-US" sz="13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640" y="190500"/>
            <a:ext cx="982861" cy="330101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09B247C3-732D-972D-7FDD-7EE1DDB2AF1B}"/>
              </a:ext>
            </a:extLst>
          </p:cNvPr>
          <p:cNvSpPr/>
          <p:nvPr/>
        </p:nvSpPr>
        <p:spPr>
          <a:xfrm>
            <a:off x="10677525" y="6372225"/>
            <a:ext cx="1447800" cy="466725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7647" y="3133626"/>
            <a:ext cx="539670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3708" dirty="0">
                <a:solidFill>
                  <a:srgbClr val="08415C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Grazie per l'attenzione</a:t>
            </a:r>
            <a:endParaRPr lang="en-US" sz="3708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640" y="190500"/>
            <a:ext cx="982861" cy="330101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B0849162-1F46-2B9D-C47E-BF8B8113241B}"/>
              </a:ext>
            </a:extLst>
          </p:cNvPr>
          <p:cNvSpPr/>
          <p:nvPr/>
        </p:nvSpPr>
        <p:spPr>
          <a:xfrm>
            <a:off x="10677525" y="6372225"/>
            <a:ext cx="1447800" cy="466725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Personalizzato 6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8415C"/>
      </a:accent1>
      <a:accent2>
        <a:srgbClr val="C0D6DF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904</Words>
  <Application>Microsoft Office PowerPoint</Application>
  <PresentationFormat>Widescreen</PresentationFormat>
  <Paragraphs>122</Paragraphs>
  <Slides>11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Alexandria Semi Bold</vt:lpstr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Ferraboli</dc:creator>
  <cp:lastModifiedBy>Andrea Ferraboli</cp:lastModifiedBy>
  <cp:revision>1</cp:revision>
  <dcterms:created xsi:type="dcterms:W3CDTF">2025-07-07T13:37:14Z</dcterms:created>
  <dcterms:modified xsi:type="dcterms:W3CDTF">2025-07-07T15:09:49Z</dcterms:modified>
</cp:coreProperties>
</file>